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EFD74-3E50-49B4-B8E6-E57787F31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BC9D4-298C-457C-1F5E-8CB43DA62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C6D5B-AEB9-3FE5-DEBC-FCF2E23D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795C-9E21-405F-A2DB-86F6AC263DBD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1590E-9A9F-A67C-27DD-4C7CB5C1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EDFA4-25FF-C420-F2AF-A32A3213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2FE-B439-4D33-A054-E09C1D2E2B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066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BADB-3E32-B251-C7AC-D6D46EE5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9B0E1-1A9F-9255-C787-41F6F4E50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38FE3-AD8C-08CA-B20B-A2E6BA9D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795C-9E21-405F-A2DB-86F6AC263DBD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59F8B-C08E-64CF-E448-8CA6172F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DB95D-74DD-1674-228C-6854FA13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2FE-B439-4D33-A054-E09C1D2E2B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751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563D-0553-A2EA-A028-2E458B82A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31389-0DE4-B52F-FEF2-A8278B0E6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E9256-7069-1E18-004E-857DDAA4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795C-9E21-405F-A2DB-86F6AC263DBD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9EE49-BB11-44E4-CEEC-481121F37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726F1-DA21-973F-4AD0-27D9E578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2FE-B439-4D33-A054-E09C1D2E2B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737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C0BD-B318-836A-5EDC-E126B598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1C2A3-8F07-D258-713E-9D39DA3B4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A99FA-612B-AB1D-F45E-F96ADBB52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FC7D3-B22E-6969-8BE7-9C44F74CE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795C-9E21-405F-A2DB-86F6AC263DBD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FD873-D2B5-57FC-2DBA-7E5DBDCF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A9625-F980-3E9F-AF9F-CEDD9F6D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2FE-B439-4D33-A054-E09C1D2E2B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7331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EFC2F-4B1E-BA88-5F68-7A7354A5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096AB-5FA0-A91C-BB54-7A8B10280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33454-3CB9-B032-7E19-11CFA39E9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0D692F-70C3-A771-C24E-2423D5754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E431E-5DFB-7395-41A0-FF5315014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7B6FEE-0775-9EF7-7263-F978BCB76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795C-9E21-405F-A2DB-86F6AC263DBD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AE0B6B-773F-6E40-0F39-5052375E8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E1338-A95F-E65D-D3D5-C434AB79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2FE-B439-4D33-A054-E09C1D2E2B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284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BE1E7-5FC1-BEB7-E357-96052D5D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2E5F7-2BAE-F10F-FB0B-85D82165B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795C-9E21-405F-A2DB-86F6AC263DBD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D0007-FCCF-0DAA-61A1-9E9A2358E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9A0AB-9238-D319-3076-26FBC9D1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2FE-B439-4D33-A054-E09C1D2E2B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7167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AE4C4-C7A8-7437-36A7-5BF92AED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795C-9E21-405F-A2DB-86F6AC263DBD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E428F-61E1-A00D-166B-39341D79C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B920F-6992-33BB-FF40-7D49191E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2FE-B439-4D33-A054-E09C1D2E2B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DA85-B017-CD39-8BF6-3766DECE0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9EF43-3A73-0165-F459-9C7E760CC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61158-2825-D057-7774-D571AFFC1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FAF5B-CD11-32FB-8411-CD44E3B15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795C-9E21-405F-A2DB-86F6AC263DBD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682D2-6813-D411-ED38-D1293515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9F79C-F09D-4A21-92DA-C80CFAE4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2FE-B439-4D33-A054-E09C1D2E2B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2792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2BE5-DAA8-5F11-5E71-CB35B0381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1EEBB-B53D-CFAC-B0C0-5220CD891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8989A-2541-02C3-E9A6-D99D39EC8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274EB-4F7E-F4E7-5802-516050B1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795C-9E21-405F-A2DB-86F6AC263DBD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79BAB-1955-2858-7C8C-026038529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17149-B6F8-5857-B932-B67CE022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2FE-B439-4D33-A054-E09C1D2E2B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345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9048-789D-25B5-C23F-C9680DCC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8C8F0-2948-B007-A8B9-03633BF2E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9878A-BBF9-0590-6ACB-90B00EDF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795C-9E21-405F-A2DB-86F6AC263DBD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5877C-156A-184E-77C0-6E6DC95D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E064-B102-A1F8-AC97-3C56E828F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2FE-B439-4D33-A054-E09C1D2E2B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3172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4924AA-9B64-C819-070D-BC14891CF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B933E-0B49-63B2-9ADF-EE6879AAF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22EAA-D1B7-B88B-CE13-E363B3A96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795C-9E21-405F-A2DB-86F6AC263DBD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AD8CC-15BD-0EE8-0333-DDA6A8223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D0E4E-B37C-4CD8-D03C-C3757539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2FE-B439-4D33-A054-E09C1D2E2B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5255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E53995-8068-34B8-1A51-C2FF7B4E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A159C-FFFD-C571-1064-F3797222B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5D68D-9849-C479-7176-7C4CAAA90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A795C-9E21-405F-A2DB-86F6AC263DBD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12D9B-D953-08E7-AD54-F207B3778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92092-EC86-F64F-C74B-DD1D2CD68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7A2FE-B439-4D33-A054-E09C1D2E2B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065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D0E1FC04-4F77-AF9C-0B8A-3CE26FC68CA0}"/>
              </a:ext>
            </a:extLst>
          </p:cNvPr>
          <p:cNvCxnSpPr>
            <a:cxnSpLocks/>
          </p:cNvCxnSpPr>
          <p:nvPr/>
        </p:nvCxnSpPr>
        <p:spPr>
          <a:xfrm flipV="1">
            <a:off x="3298720" y="2581232"/>
            <a:ext cx="586728" cy="110228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28E2F897-1FE3-80F0-F1EA-1DAD76ED9736}"/>
              </a:ext>
            </a:extLst>
          </p:cNvPr>
          <p:cNvSpPr/>
          <p:nvPr/>
        </p:nvSpPr>
        <p:spPr>
          <a:xfrm>
            <a:off x="3885448" y="2310521"/>
            <a:ext cx="1454934" cy="171728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750" dirty="0"/>
              <a:t>Mixture Density Network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48FCFAB4-2EF1-782F-207E-1040F5650373}"/>
              </a:ext>
            </a:extLst>
          </p:cNvPr>
          <p:cNvSpPr/>
          <p:nvPr/>
        </p:nvSpPr>
        <p:spPr>
          <a:xfrm>
            <a:off x="1843786" y="2310520"/>
            <a:ext cx="1454934" cy="1717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750" dirty="0"/>
              <a:t>LSTM</a:t>
            </a:r>
            <a:br>
              <a:rPr lang="en-AU" sz="2750" dirty="0"/>
            </a:br>
            <a:r>
              <a:rPr lang="en-AU" sz="2750" dirty="0"/>
              <a:t>RNN</a:t>
            </a: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9DE383F8-EC41-C38C-2957-CC1D4CB6BC8A}"/>
              </a:ext>
            </a:extLst>
          </p:cNvPr>
          <p:cNvCxnSpPr>
            <a:cxnSpLocks/>
          </p:cNvCxnSpPr>
          <p:nvPr/>
        </p:nvCxnSpPr>
        <p:spPr>
          <a:xfrm>
            <a:off x="3298720" y="2581232"/>
            <a:ext cx="586728" cy="110228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AB5DB7D-B98C-F2F7-7097-013A4AF3605C}"/>
              </a:ext>
            </a:extLst>
          </p:cNvPr>
          <p:cNvCxnSpPr>
            <a:cxnSpLocks/>
            <a:stCxn id="201" idx="3"/>
            <a:endCxn id="197" idx="1"/>
          </p:cNvCxnSpPr>
          <p:nvPr/>
        </p:nvCxnSpPr>
        <p:spPr>
          <a:xfrm>
            <a:off x="3298720" y="3169161"/>
            <a:ext cx="586728" cy="1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F105A0DC-9AA2-A9A8-44D8-14B50E826A50}"/>
              </a:ext>
            </a:extLst>
          </p:cNvPr>
          <p:cNvCxnSpPr>
            <a:cxnSpLocks/>
          </p:cNvCxnSpPr>
          <p:nvPr/>
        </p:nvCxnSpPr>
        <p:spPr>
          <a:xfrm>
            <a:off x="3298720" y="2581232"/>
            <a:ext cx="586728" cy="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F17997FB-C824-4FFD-22D4-1ADCE986CA2D}"/>
              </a:ext>
            </a:extLst>
          </p:cNvPr>
          <p:cNvCxnSpPr>
            <a:cxnSpLocks/>
          </p:cNvCxnSpPr>
          <p:nvPr/>
        </p:nvCxnSpPr>
        <p:spPr>
          <a:xfrm>
            <a:off x="3298720" y="3683512"/>
            <a:ext cx="586728" cy="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881D16E5-EB70-5B0F-3841-00202776B1DA}"/>
              </a:ext>
            </a:extLst>
          </p:cNvPr>
          <p:cNvCxnSpPr>
            <a:cxnSpLocks/>
            <a:stCxn id="201" idx="3"/>
          </p:cNvCxnSpPr>
          <p:nvPr/>
        </p:nvCxnSpPr>
        <p:spPr>
          <a:xfrm>
            <a:off x="3298720" y="3169161"/>
            <a:ext cx="586728" cy="514351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F359518D-B28C-0585-044F-CB6A929A12E7}"/>
              </a:ext>
            </a:extLst>
          </p:cNvPr>
          <p:cNvCxnSpPr>
            <a:cxnSpLocks/>
            <a:stCxn id="201" idx="3"/>
          </p:cNvCxnSpPr>
          <p:nvPr/>
        </p:nvCxnSpPr>
        <p:spPr>
          <a:xfrm flipV="1">
            <a:off x="3298720" y="2581232"/>
            <a:ext cx="586728" cy="587929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848680D-5DEE-E1B0-873F-B94208471043}"/>
              </a:ext>
            </a:extLst>
          </p:cNvPr>
          <p:cNvCxnSpPr>
            <a:cxnSpLocks/>
            <a:endCxn id="197" idx="1"/>
          </p:cNvCxnSpPr>
          <p:nvPr/>
        </p:nvCxnSpPr>
        <p:spPr>
          <a:xfrm>
            <a:off x="3298720" y="2581232"/>
            <a:ext cx="586728" cy="58793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AA17880C-7BD9-65E8-EECA-D56542764DFD}"/>
              </a:ext>
            </a:extLst>
          </p:cNvPr>
          <p:cNvCxnSpPr>
            <a:cxnSpLocks/>
            <a:endCxn id="197" idx="1"/>
          </p:cNvCxnSpPr>
          <p:nvPr/>
        </p:nvCxnSpPr>
        <p:spPr>
          <a:xfrm flipV="1">
            <a:off x="3298720" y="3169162"/>
            <a:ext cx="586728" cy="51435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6" name="Graphic 255">
            <a:extLst>
              <a:ext uri="{FF2B5EF4-FFF2-40B4-BE49-F238E27FC236}">
                <a16:creationId xmlns:a16="http://schemas.microsoft.com/office/drawing/2014/main" id="{FFA9CD88-3033-2D01-3934-F63E203B9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8039" y="2707489"/>
            <a:ext cx="2645434" cy="1385887"/>
          </a:xfrm>
          <a:prstGeom prst="rect">
            <a:avLst/>
          </a:prstGeom>
        </p:spPr>
      </p:pic>
      <p:pic>
        <p:nvPicPr>
          <p:cNvPr id="259" name="Graphic 258">
            <a:extLst>
              <a:ext uri="{FF2B5EF4-FFF2-40B4-BE49-F238E27FC236}">
                <a16:creationId xmlns:a16="http://schemas.microsoft.com/office/drawing/2014/main" id="{79CFDAF0-81E7-FA77-65B6-A7AF0133C6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0118" y="2521804"/>
            <a:ext cx="252088" cy="705844"/>
          </a:xfrm>
          <a:prstGeom prst="rect">
            <a:avLst/>
          </a:prstGeom>
        </p:spPr>
      </p:pic>
      <p:pic>
        <p:nvPicPr>
          <p:cNvPr id="260" name="Graphic 259">
            <a:extLst>
              <a:ext uri="{FF2B5EF4-FFF2-40B4-BE49-F238E27FC236}">
                <a16:creationId xmlns:a16="http://schemas.microsoft.com/office/drawing/2014/main" id="{CE280B3A-A7E9-F78B-BEDA-42CD43F7EA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8658" y="2954155"/>
            <a:ext cx="471242" cy="215007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AAEDEE27-9485-7F0E-377D-6BD34C0572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99064" y="2537394"/>
            <a:ext cx="766414" cy="7664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3C0309-BB0F-6553-1182-70E8FD0DC759}"/>
              </a:ext>
            </a:extLst>
          </p:cNvPr>
          <p:cNvSpPr txBox="1"/>
          <p:nvPr/>
        </p:nvSpPr>
        <p:spPr>
          <a:xfrm>
            <a:off x="6623687" y="2122936"/>
            <a:ext cx="2824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Gaussian Mixture Model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7EDC69-E4A8-B36D-0E15-C4F7CA19A732}"/>
              </a:ext>
            </a:extLst>
          </p:cNvPr>
          <p:cNvCxnSpPr>
            <a:cxnSpLocks/>
          </p:cNvCxnSpPr>
          <p:nvPr/>
        </p:nvCxnSpPr>
        <p:spPr>
          <a:xfrm flipV="1">
            <a:off x="5340382" y="2537394"/>
            <a:ext cx="541455" cy="8507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B4EBDE-E3E5-25C5-BDC0-9BE263989CC5}"/>
              </a:ext>
            </a:extLst>
          </p:cNvPr>
          <p:cNvCxnSpPr>
            <a:cxnSpLocks/>
          </p:cNvCxnSpPr>
          <p:nvPr/>
        </p:nvCxnSpPr>
        <p:spPr>
          <a:xfrm flipV="1">
            <a:off x="5340382" y="3598442"/>
            <a:ext cx="541455" cy="8507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247AC6-5D24-A656-E6BB-A7D31103CA44}"/>
              </a:ext>
            </a:extLst>
          </p:cNvPr>
          <p:cNvCxnSpPr>
            <a:cxnSpLocks/>
          </p:cNvCxnSpPr>
          <p:nvPr/>
        </p:nvCxnSpPr>
        <p:spPr>
          <a:xfrm flipV="1">
            <a:off x="5308560" y="3047302"/>
            <a:ext cx="541455" cy="8507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069F56E-48F3-6D9D-0E91-00E41EAC5A76}"/>
              </a:ext>
            </a:extLst>
          </p:cNvPr>
          <p:cNvCxnSpPr>
            <a:cxnSpLocks/>
          </p:cNvCxnSpPr>
          <p:nvPr/>
        </p:nvCxnSpPr>
        <p:spPr>
          <a:xfrm>
            <a:off x="5358632" y="2636377"/>
            <a:ext cx="523070" cy="115697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313474-A8EA-9D4B-F6EA-77F9F1A4DF16}"/>
              </a:ext>
            </a:extLst>
          </p:cNvPr>
          <p:cNvCxnSpPr>
            <a:cxnSpLocks/>
          </p:cNvCxnSpPr>
          <p:nvPr/>
        </p:nvCxnSpPr>
        <p:spPr>
          <a:xfrm>
            <a:off x="5326945" y="3154956"/>
            <a:ext cx="523070" cy="115697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9A07A1-03E7-2511-2671-6412CD2CCFDE}"/>
              </a:ext>
            </a:extLst>
          </p:cNvPr>
          <p:cNvCxnSpPr>
            <a:cxnSpLocks/>
          </p:cNvCxnSpPr>
          <p:nvPr/>
        </p:nvCxnSpPr>
        <p:spPr>
          <a:xfrm>
            <a:off x="5349507" y="3713992"/>
            <a:ext cx="523070" cy="115697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B9AB93-7F26-BEAD-231B-9360F75A074E}"/>
              </a:ext>
            </a:extLst>
          </p:cNvPr>
          <p:cNvSpPr txBox="1"/>
          <p:nvPr/>
        </p:nvSpPr>
        <p:spPr>
          <a:xfrm>
            <a:off x="5851738" y="2384501"/>
            <a:ext cx="438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i="0" dirty="0">
                <a:solidFill>
                  <a:srgbClr val="1F1F1F"/>
                </a:solidFill>
                <a:effectLst/>
              </a:rPr>
              <a:t>π</a:t>
            </a:r>
            <a:endParaRPr lang="en-AU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6698E-0AFD-A682-2DBE-5202D20DF6AE}"/>
              </a:ext>
            </a:extLst>
          </p:cNvPr>
          <p:cNvSpPr txBox="1"/>
          <p:nvPr/>
        </p:nvSpPr>
        <p:spPr>
          <a:xfrm>
            <a:off x="5850015" y="2885728"/>
            <a:ext cx="438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i="0" dirty="0">
                <a:solidFill>
                  <a:srgbClr val="474747"/>
                </a:solidFill>
                <a:effectLst/>
              </a:rPr>
              <a:t>μ</a:t>
            </a:r>
            <a:endParaRPr lang="en-AU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A73D4E-E70F-EF6E-B991-0DECA64D68A6}"/>
              </a:ext>
            </a:extLst>
          </p:cNvPr>
          <p:cNvSpPr txBox="1"/>
          <p:nvPr/>
        </p:nvSpPr>
        <p:spPr>
          <a:xfrm>
            <a:off x="5872577" y="3452382"/>
            <a:ext cx="438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i="0" dirty="0">
                <a:solidFill>
                  <a:srgbClr val="474747"/>
                </a:solidFill>
                <a:effectLst/>
              </a:rPr>
              <a:t>σ</a:t>
            </a:r>
            <a:endParaRPr lang="en-AU" b="1" dirty="0"/>
          </a:p>
        </p:txBody>
      </p:sp>
      <p:pic>
        <p:nvPicPr>
          <p:cNvPr id="25" name="Graphic 24" descr="Dice with solid fill">
            <a:extLst>
              <a:ext uri="{FF2B5EF4-FFF2-40B4-BE49-F238E27FC236}">
                <a16:creationId xmlns:a16="http://schemas.microsoft.com/office/drawing/2014/main" id="{C6B64373-444A-CCF5-C837-3EB8FFE4D6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8998" y="2862285"/>
            <a:ext cx="1093325" cy="10933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491EBA-858B-EC30-A6FC-CBEF78BF3EFC}"/>
              </a:ext>
            </a:extLst>
          </p:cNvPr>
          <p:cNvSpPr txBox="1"/>
          <p:nvPr/>
        </p:nvSpPr>
        <p:spPr>
          <a:xfrm>
            <a:off x="9026331" y="2122936"/>
            <a:ext cx="1510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Stochastic</a:t>
            </a:r>
          </a:p>
          <a:p>
            <a:pPr algn="ctr"/>
            <a:r>
              <a:rPr lang="en-AU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Sampling</a:t>
            </a:r>
          </a:p>
        </p:txBody>
      </p:sp>
      <p:pic>
        <p:nvPicPr>
          <p:cNvPr id="30" name="Graphic 29" descr="Music notes with solid fill">
            <a:extLst>
              <a:ext uri="{FF2B5EF4-FFF2-40B4-BE49-F238E27FC236}">
                <a16:creationId xmlns:a16="http://schemas.microsoft.com/office/drawing/2014/main" id="{34D630A4-E69B-0AD2-751F-2B41DD96AF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161853" y="2535702"/>
            <a:ext cx="1740627" cy="174062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2BC1FB4-919C-BDBE-528F-9145E9D76B80}"/>
              </a:ext>
            </a:extLst>
          </p:cNvPr>
          <p:cNvSpPr txBox="1"/>
          <p:nvPr/>
        </p:nvSpPr>
        <p:spPr>
          <a:xfrm>
            <a:off x="35179" y="2102616"/>
            <a:ext cx="1586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Musical Context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693858CE-3F90-ED70-BE92-D6B3826F7ABA}"/>
              </a:ext>
            </a:extLst>
          </p:cNvPr>
          <p:cNvSpPr/>
          <p:nvPr/>
        </p:nvSpPr>
        <p:spPr>
          <a:xfrm>
            <a:off x="1356793" y="2903640"/>
            <a:ext cx="468743" cy="367013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90722C2-4B01-F718-9F30-F5C92E9BF0D5}"/>
              </a:ext>
            </a:extLst>
          </p:cNvPr>
          <p:cNvSpPr/>
          <p:nvPr/>
        </p:nvSpPr>
        <p:spPr>
          <a:xfrm>
            <a:off x="6246849" y="2979625"/>
            <a:ext cx="468743" cy="367013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7CB00B72-BCD1-612C-3672-1C693DA4D11E}"/>
              </a:ext>
            </a:extLst>
          </p:cNvPr>
          <p:cNvSpPr/>
          <p:nvPr/>
        </p:nvSpPr>
        <p:spPr>
          <a:xfrm>
            <a:off x="8747378" y="2979625"/>
            <a:ext cx="468743" cy="367013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AFAD2754-C176-3B9D-3DD8-01B03C4CB604}"/>
              </a:ext>
            </a:extLst>
          </p:cNvPr>
          <p:cNvSpPr/>
          <p:nvPr/>
        </p:nvSpPr>
        <p:spPr>
          <a:xfrm>
            <a:off x="10378491" y="2983623"/>
            <a:ext cx="468743" cy="367013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163B5F82-416A-3950-E2A6-316EF1789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74625" y="2903640"/>
            <a:ext cx="434488" cy="12165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4AC033A-359D-F4EC-4083-74DDA689AF9B}"/>
              </a:ext>
            </a:extLst>
          </p:cNvPr>
          <p:cNvSpPr txBox="1"/>
          <p:nvPr/>
        </p:nvSpPr>
        <p:spPr>
          <a:xfrm>
            <a:off x="10640967" y="2119354"/>
            <a:ext cx="1279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Note</a:t>
            </a:r>
            <a:br>
              <a:rPr lang="en-AU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en-AU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Choice</a:t>
            </a:r>
          </a:p>
        </p:txBody>
      </p:sp>
    </p:spTree>
    <p:extLst>
      <p:ext uri="{BB962C8B-B14F-4D97-AF65-F5344CB8AC3E}">
        <p14:creationId xmlns:p14="http://schemas.microsoft.com/office/powerpoint/2010/main" val="1357411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Howsam</dc:creator>
  <cp:lastModifiedBy>Scott Howsam</cp:lastModifiedBy>
  <cp:revision>1</cp:revision>
  <dcterms:created xsi:type="dcterms:W3CDTF">2025-05-21T09:23:54Z</dcterms:created>
  <dcterms:modified xsi:type="dcterms:W3CDTF">2025-05-21T09:39:19Z</dcterms:modified>
</cp:coreProperties>
</file>