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2052" y="-3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30C5-6A57-45F4-9735-253231CED120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D8A6-49E7-44D5-A9B6-E292D222A8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7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30C5-6A57-45F4-9735-253231CED120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D8A6-49E7-44D5-A9B6-E292D222A8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7085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30C5-6A57-45F4-9735-253231CED120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D8A6-49E7-44D5-A9B6-E292D222A8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1360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30C5-6A57-45F4-9735-253231CED120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D8A6-49E7-44D5-A9B6-E292D222A8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141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30C5-6A57-45F4-9735-253231CED120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D8A6-49E7-44D5-A9B6-E292D222A8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8669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30C5-6A57-45F4-9735-253231CED120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D8A6-49E7-44D5-A9B6-E292D222A8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680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30C5-6A57-45F4-9735-253231CED120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D8A6-49E7-44D5-A9B6-E292D222A8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136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30C5-6A57-45F4-9735-253231CED120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D8A6-49E7-44D5-A9B6-E292D222A8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051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30C5-6A57-45F4-9735-253231CED120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D8A6-49E7-44D5-A9B6-E292D222A8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0571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30C5-6A57-45F4-9735-253231CED120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D8A6-49E7-44D5-A9B6-E292D222A8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9213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30C5-6A57-45F4-9735-253231CED120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D8A6-49E7-44D5-A9B6-E292D222A8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5952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830C5-6A57-45F4-9735-253231CED120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7ED8A6-49E7-44D5-A9B6-E292D222A8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022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64DB363-24CC-CAB9-5D5C-53042FE89841}"/>
              </a:ext>
            </a:extLst>
          </p:cNvPr>
          <p:cNvSpPr/>
          <p:nvPr/>
        </p:nvSpPr>
        <p:spPr>
          <a:xfrm>
            <a:off x="3034084" y="356216"/>
            <a:ext cx="789832" cy="78983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2BEB428-13D3-8192-5DFB-DC5CC28DB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8960" y="413098"/>
            <a:ext cx="658074" cy="6580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D0B6A5-92DC-4695-9E22-FAB50721E057}"/>
              </a:ext>
            </a:extLst>
          </p:cNvPr>
          <p:cNvSpPr txBox="1"/>
          <p:nvPr/>
        </p:nvSpPr>
        <p:spPr>
          <a:xfrm>
            <a:off x="1600368" y="402382"/>
            <a:ext cx="139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Node visits: 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0D87A7-90AE-6072-8D1E-B453F31508A3}"/>
              </a:ext>
            </a:extLst>
          </p:cNvPr>
          <p:cNvSpPr txBox="1"/>
          <p:nvPr/>
        </p:nvSpPr>
        <p:spPr>
          <a:xfrm>
            <a:off x="1619087" y="694769"/>
            <a:ext cx="13962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(k=5,</a:t>
            </a:r>
            <a:r>
              <a:rPr lang="el-GR" sz="1600" b="0" i="0" baseline="30000" dirty="0">
                <a:solidFill>
                  <a:srgbClr val="1F1F1F"/>
                </a:solidFill>
                <a:effectLst/>
              </a:rPr>
              <a:t> </a:t>
            </a:r>
            <a:r>
              <a:rPr lang="el-GR" sz="1600" b="0" i="0" dirty="0">
                <a:solidFill>
                  <a:srgbClr val="1F1F1F"/>
                </a:solidFill>
                <a:effectLst/>
              </a:rPr>
              <a:t>α</a:t>
            </a:r>
            <a:r>
              <a:rPr lang="en-AU" sz="1600" b="0" i="0" dirty="0">
                <a:solidFill>
                  <a:srgbClr val="1F1F1F"/>
                </a:solidFill>
                <a:effectLst/>
              </a:rPr>
              <a:t>=0.5)</a:t>
            </a:r>
            <a:r>
              <a:rPr lang="en-AU" sz="1600" dirty="0"/>
              <a:t>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41987F-C405-EF69-51A6-88FC134A0EC4}"/>
              </a:ext>
            </a:extLst>
          </p:cNvPr>
          <p:cNvCxnSpPr>
            <a:cxnSpLocks/>
          </p:cNvCxnSpPr>
          <p:nvPr/>
        </p:nvCxnSpPr>
        <p:spPr>
          <a:xfrm>
            <a:off x="3823916" y="976442"/>
            <a:ext cx="959405" cy="773110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9D66E0C-30DC-1A28-2A45-28977C72B86D}"/>
              </a:ext>
            </a:extLst>
          </p:cNvPr>
          <p:cNvSpPr txBox="1"/>
          <p:nvPr/>
        </p:nvSpPr>
        <p:spPr>
          <a:xfrm>
            <a:off x="3464477" y="1711920"/>
            <a:ext cx="2637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b="1" dirty="0"/>
              <a:t>Current Child Nodes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E08CBE-6665-B7FD-51AF-FB5D36D9DF48}"/>
              </a:ext>
            </a:extLst>
          </p:cNvPr>
          <p:cNvSpPr txBox="1"/>
          <p:nvPr/>
        </p:nvSpPr>
        <p:spPr>
          <a:xfrm>
            <a:off x="4303618" y="458744"/>
            <a:ext cx="2186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Progressive Widening Triggered (</a:t>
            </a:r>
            <a:r>
              <a:rPr lang="en-AU" sz="16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</a:t>
            </a:r>
            <a:r>
              <a:rPr lang="en-AU" sz="1600" b="1" baseline="-25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z</a:t>
            </a:r>
            <a:r>
              <a:rPr lang="en-AU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AU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= </a:t>
            </a:r>
            <a:r>
              <a:rPr lang="en-AU" sz="16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kn</a:t>
            </a:r>
            <a:r>
              <a:rPr lang="el-GR" sz="1600" b="1" i="0" baseline="30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</a:rPr>
              <a:t>α</a:t>
            </a:r>
            <a:r>
              <a:rPr lang="en-AU" sz="1600" b="1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</a:rPr>
              <a:t>)</a:t>
            </a:r>
            <a:endParaRPr lang="en-AU" sz="1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952AFCD-F5D3-3AF1-6215-D7757BC6A7FB}"/>
              </a:ext>
            </a:extLst>
          </p:cNvPr>
          <p:cNvSpPr/>
          <p:nvPr/>
        </p:nvSpPr>
        <p:spPr>
          <a:xfrm>
            <a:off x="3807098" y="2117031"/>
            <a:ext cx="789832" cy="78983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54D82FE-46C8-00F8-2B86-4100B7190906}"/>
              </a:ext>
            </a:extLst>
          </p:cNvPr>
          <p:cNvSpPr/>
          <p:nvPr/>
        </p:nvSpPr>
        <p:spPr>
          <a:xfrm>
            <a:off x="5035002" y="2117031"/>
            <a:ext cx="789832" cy="78983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C8043A80-32FB-696D-F5C6-5E992EDD3D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4130" y="2193034"/>
            <a:ext cx="357181" cy="63782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89B43E7-F188-F35E-E178-1BC1DDF3E0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6508" y="2137199"/>
            <a:ext cx="416196" cy="69366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670001E-9683-B41F-8D8E-654E88B040D1}"/>
              </a:ext>
            </a:extLst>
          </p:cNvPr>
          <p:cNvCxnSpPr>
            <a:cxnSpLocks/>
          </p:cNvCxnSpPr>
          <p:nvPr/>
        </p:nvCxnSpPr>
        <p:spPr>
          <a:xfrm flipH="1">
            <a:off x="1755648" y="1033323"/>
            <a:ext cx="1240998" cy="682691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7486917-853F-7D8F-3128-BB9A0BFDD8FF}"/>
              </a:ext>
            </a:extLst>
          </p:cNvPr>
          <p:cNvSpPr txBox="1"/>
          <p:nvPr/>
        </p:nvSpPr>
        <p:spPr>
          <a:xfrm>
            <a:off x="837916" y="1718021"/>
            <a:ext cx="1963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GMM Action Space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9A53C9CC-76FC-D5B0-FCEA-8EC138FFD2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8432" y="2162021"/>
            <a:ext cx="1572675" cy="823891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4617E44B-D187-3EBA-D774-72E5EE3E27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6863" y="2059895"/>
            <a:ext cx="217045" cy="119374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3681C06-D8F1-3498-DDC5-5CD98C39DF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4291" y="2008401"/>
            <a:ext cx="243621" cy="435038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EAE0A16E-E20F-20BF-BFE7-0F2C3FB549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49558" y="2074881"/>
            <a:ext cx="277799" cy="462997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067B29B8-53AC-3243-8027-650A2BFDD3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70585" y="5471164"/>
            <a:ext cx="291393" cy="160265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B06311D8-2A89-8084-4C17-2C8F9D0A6D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42479" y="7201140"/>
            <a:ext cx="564873" cy="310678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B077710-D7F2-D52D-7314-7BC0D3C3767B}"/>
              </a:ext>
            </a:extLst>
          </p:cNvPr>
          <p:cNvCxnSpPr>
            <a:cxnSpLocks/>
          </p:cNvCxnSpPr>
          <p:nvPr/>
        </p:nvCxnSpPr>
        <p:spPr>
          <a:xfrm>
            <a:off x="1387813" y="2985912"/>
            <a:ext cx="0" cy="3323448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836ED4-C8A0-BEAB-BEC4-8CE65AFFBBEA}"/>
              </a:ext>
            </a:extLst>
          </p:cNvPr>
          <p:cNvCxnSpPr/>
          <p:nvPr/>
        </p:nvCxnSpPr>
        <p:spPr>
          <a:xfrm>
            <a:off x="1410217" y="3438144"/>
            <a:ext cx="679284" cy="0"/>
          </a:xfrm>
          <a:prstGeom prst="straightConnector1">
            <a:avLst/>
          </a:prstGeom>
          <a:ln w="1270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DED16FD-28D9-CE68-65D4-83544F4E8611}"/>
              </a:ext>
            </a:extLst>
          </p:cNvPr>
          <p:cNvCxnSpPr/>
          <p:nvPr/>
        </p:nvCxnSpPr>
        <p:spPr>
          <a:xfrm>
            <a:off x="1422869" y="4120896"/>
            <a:ext cx="679284" cy="0"/>
          </a:xfrm>
          <a:prstGeom prst="straightConnector1">
            <a:avLst/>
          </a:prstGeom>
          <a:ln w="1270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4AD64E6-DC9C-AB01-C0E5-CEF1E0C14197}"/>
              </a:ext>
            </a:extLst>
          </p:cNvPr>
          <p:cNvSpPr txBox="1"/>
          <p:nvPr/>
        </p:nvSpPr>
        <p:spPr>
          <a:xfrm>
            <a:off x="1" y="3671576"/>
            <a:ext cx="13527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Child node candidates are sampled from the action space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77C29AF-6F84-3D15-3FF6-D57BB6AD0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2063" y="5977860"/>
            <a:ext cx="292887" cy="523013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9F1926AA-8F73-B8D9-3455-F04C638251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49046" y="3807255"/>
            <a:ext cx="186783" cy="560349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6ECE434-5ECA-AD96-BEA3-F72BE777AE67}"/>
              </a:ext>
            </a:extLst>
          </p:cNvPr>
          <p:cNvCxnSpPr/>
          <p:nvPr/>
        </p:nvCxnSpPr>
        <p:spPr>
          <a:xfrm>
            <a:off x="1425142" y="4828032"/>
            <a:ext cx="679284" cy="0"/>
          </a:xfrm>
          <a:prstGeom prst="straightConnector1">
            <a:avLst/>
          </a:prstGeom>
          <a:ln w="1270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CC11799-6842-70CB-3B50-D05B067F850E}"/>
              </a:ext>
            </a:extLst>
          </p:cNvPr>
          <p:cNvCxnSpPr/>
          <p:nvPr/>
        </p:nvCxnSpPr>
        <p:spPr>
          <a:xfrm>
            <a:off x="1427415" y="5535168"/>
            <a:ext cx="679284" cy="0"/>
          </a:xfrm>
          <a:prstGeom prst="straightConnector1">
            <a:avLst/>
          </a:prstGeom>
          <a:ln w="1270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7CCDBF3-7017-2FFF-6289-2DD7711DC990}"/>
              </a:ext>
            </a:extLst>
          </p:cNvPr>
          <p:cNvCxnSpPr/>
          <p:nvPr/>
        </p:nvCxnSpPr>
        <p:spPr>
          <a:xfrm>
            <a:off x="1422869" y="6248400"/>
            <a:ext cx="679284" cy="0"/>
          </a:xfrm>
          <a:prstGeom prst="straightConnector1">
            <a:avLst/>
          </a:prstGeom>
          <a:ln w="1270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277357A-6DED-437F-5F29-08A210536C96}"/>
              </a:ext>
            </a:extLst>
          </p:cNvPr>
          <p:cNvSpPr txBox="1"/>
          <p:nvPr/>
        </p:nvSpPr>
        <p:spPr>
          <a:xfrm>
            <a:off x="2053540" y="4487471"/>
            <a:ext cx="51431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AU" sz="2800" b="1" dirty="0"/>
              <a:t>…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4458846B-9A5D-EC84-E412-0B783CFBA3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85385" y="3142101"/>
            <a:ext cx="315937" cy="526562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C9A8952-4F97-7FB0-0376-37E87D8E971F}"/>
              </a:ext>
            </a:extLst>
          </p:cNvPr>
          <p:cNvCxnSpPr>
            <a:cxnSpLocks/>
          </p:cNvCxnSpPr>
          <p:nvPr/>
        </p:nvCxnSpPr>
        <p:spPr>
          <a:xfrm flipH="1">
            <a:off x="3874236" y="740936"/>
            <a:ext cx="436594" cy="0"/>
          </a:xfrm>
          <a:prstGeom prst="straightConnector1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511823B-9204-7A4A-5AF7-957506E3410B}"/>
              </a:ext>
            </a:extLst>
          </p:cNvPr>
          <p:cNvCxnSpPr>
            <a:cxnSpLocks/>
            <a:endCxn id="17" idx="3"/>
          </p:cNvCxnSpPr>
          <p:nvPr/>
        </p:nvCxnSpPr>
        <p:spPr>
          <a:xfrm flipV="1">
            <a:off x="3665809" y="2791195"/>
            <a:ext cx="1484861" cy="782683"/>
          </a:xfrm>
          <a:prstGeom prst="straightConnector1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47921B8-8FF6-B459-C6B0-956E6A977EA9}"/>
              </a:ext>
            </a:extLst>
          </p:cNvPr>
          <p:cNvSpPr txBox="1"/>
          <p:nvPr/>
        </p:nvSpPr>
        <p:spPr>
          <a:xfrm>
            <a:off x="2444950" y="3151917"/>
            <a:ext cx="1396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b="1" dirty="0"/>
              <a:t>Disqualified:not unique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5153EA-BCF4-C357-D3F2-1B08E7FF1487}"/>
              </a:ext>
            </a:extLst>
          </p:cNvPr>
          <p:cNvSpPr txBox="1"/>
          <p:nvPr/>
        </p:nvSpPr>
        <p:spPr>
          <a:xfrm>
            <a:off x="2410821" y="3852583"/>
            <a:ext cx="1396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b="1" dirty="0"/>
              <a:t>Unique, but similar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C9CF626-0F62-CB59-380C-C00524B118B1}"/>
              </a:ext>
            </a:extLst>
          </p:cNvPr>
          <p:cNvCxnSpPr>
            <a:cxnSpLocks/>
          </p:cNvCxnSpPr>
          <p:nvPr/>
        </p:nvCxnSpPr>
        <p:spPr>
          <a:xfrm flipV="1">
            <a:off x="3717834" y="2877938"/>
            <a:ext cx="326296" cy="1081900"/>
          </a:xfrm>
          <a:prstGeom prst="straightConnector1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273D0BA-23D3-4A4C-8DC2-80273E40302E}"/>
              </a:ext>
            </a:extLst>
          </p:cNvPr>
          <p:cNvSpPr txBox="1"/>
          <p:nvPr/>
        </p:nvSpPr>
        <p:spPr>
          <a:xfrm>
            <a:off x="2525865" y="5365891"/>
            <a:ext cx="1298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b="1" dirty="0"/>
              <a:t>Unique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FD39C3-004D-E2CD-B072-764DD482444C}"/>
              </a:ext>
            </a:extLst>
          </p:cNvPr>
          <p:cNvSpPr txBox="1"/>
          <p:nvPr/>
        </p:nvSpPr>
        <p:spPr>
          <a:xfrm>
            <a:off x="2494860" y="5946978"/>
            <a:ext cx="1396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b="1" dirty="0"/>
              <a:t>Disqualified:not unique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EB74025-943A-B1E8-B734-2910917CA587}"/>
              </a:ext>
            </a:extLst>
          </p:cNvPr>
          <p:cNvCxnSpPr>
            <a:cxnSpLocks/>
            <a:endCxn id="16" idx="4"/>
          </p:cNvCxnSpPr>
          <p:nvPr/>
        </p:nvCxnSpPr>
        <p:spPr>
          <a:xfrm flipV="1">
            <a:off x="3776008" y="2906863"/>
            <a:ext cx="426006" cy="3070997"/>
          </a:xfrm>
          <a:prstGeom prst="straightConnector1">
            <a:avLst/>
          </a:prstGeom>
          <a:ln w="635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7326A610-E2E5-E991-0938-74EB3AECD9E9}"/>
              </a:ext>
            </a:extLst>
          </p:cNvPr>
          <p:cNvSpPr/>
          <p:nvPr/>
        </p:nvSpPr>
        <p:spPr>
          <a:xfrm>
            <a:off x="1329999" y="6969052"/>
            <a:ext cx="789832" cy="78983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D233A7E-97A2-9137-598C-80B1634FDEBC}"/>
              </a:ext>
            </a:extLst>
          </p:cNvPr>
          <p:cNvCxnSpPr>
            <a:cxnSpLocks/>
          </p:cNvCxnSpPr>
          <p:nvPr/>
        </p:nvCxnSpPr>
        <p:spPr>
          <a:xfrm flipH="1">
            <a:off x="2226653" y="7310726"/>
            <a:ext cx="436594" cy="0"/>
          </a:xfrm>
          <a:prstGeom prst="straightConnector1">
            <a:avLst/>
          </a:prstGeom>
          <a:ln w="635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D995A15-BB6D-C963-25E8-12988A13B34D}"/>
              </a:ext>
            </a:extLst>
          </p:cNvPr>
          <p:cNvSpPr txBox="1"/>
          <p:nvPr/>
        </p:nvSpPr>
        <p:spPr>
          <a:xfrm>
            <a:off x="2650761" y="7018338"/>
            <a:ext cx="2732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most unique candidate is added as a new child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7BEE89-A78D-FFBE-F368-3FB118556893}"/>
              </a:ext>
            </a:extLst>
          </p:cNvPr>
          <p:cNvSpPr txBox="1"/>
          <p:nvPr/>
        </p:nvSpPr>
        <p:spPr>
          <a:xfrm>
            <a:off x="1105290" y="7920114"/>
            <a:ext cx="4665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b="1" dirty="0">
                <a:solidFill>
                  <a:srgbClr val="C00000"/>
                </a:solidFill>
              </a:rPr>
              <a:t>If no unique option is found, no child is added.</a:t>
            </a:r>
          </a:p>
        </p:txBody>
      </p:sp>
    </p:spTree>
    <p:extLst>
      <p:ext uri="{BB962C8B-B14F-4D97-AF65-F5344CB8AC3E}">
        <p14:creationId xmlns:p14="http://schemas.microsoft.com/office/powerpoint/2010/main" val="171531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73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Howsam</dc:creator>
  <cp:lastModifiedBy>Scott Howsam</cp:lastModifiedBy>
  <cp:revision>2</cp:revision>
  <dcterms:created xsi:type="dcterms:W3CDTF">2025-05-22T01:20:51Z</dcterms:created>
  <dcterms:modified xsi:type="dcterms:W3CDTF">2025-05-22T17:57:36Z</dcterms:modified>
</cp:coreProperties>
</file>