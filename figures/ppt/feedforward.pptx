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E886-1C3B-1780-0721-C28931939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63EB9-B3DA-D11D-4E58-BD645DB8B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9E536-6A32-C7D3-07C2-9860ADBA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AFCD-F3F5-710C-26A1-EF85EA64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92CD-587D-F563-C494-7EAB5683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82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B138-141B-28DF-6983-848DCD06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4420-BB9D-91E4-B3EF-E6BB3BDE6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66605-8C0F-B923-FBDE-D69EA63B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5CD8-46B9-E2A2-5C75-B1EE0623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56811-4A33-5C17-B7ED-DE28A0D7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20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2418-33C7-63BB-B40A-F4AA664E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125A5-9AA0-E176-B58F-E9D32E9F0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D75E-5C9F-879F-BE4F-DE307CC0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9DAE-B839-FF3A-EC0E-69B9CBC0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A62DD-8130-023B-00D4-3F37C95C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83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E480-DDAA-B2D5-6913-DA87771B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2DD2B-9651-73AC-7E02-2049F6292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C7BB9-24C3-1739-C4D9-5EFDD6268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63ED8-F23C-012E-1D73-C49D2522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ACD26-A2B6-A192-E20E-CE163E2A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96091-7F51-9906-CC08-FD2A14F2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862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04A7-9C15-96AB-E112-B602DF87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06467-6C96-7B64-F7DD-D2B9ABB9F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711A9-DEA8-85CC-F77D-BBB34C33C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FBEEC-CC1A-EA84-438C-B3464A36A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248B1-6EFF-D57F-5272-947E93F1F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EDB5E-477B-15A5-453C-9D3FD438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30BAC-D248-D250-995A-408269BA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A64DC-1BFE-4EBC-54E8-44281A9F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873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9274-4CF9-2D5E-DE41-B57C3EC0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34F1F-ECA3-4EA7-D295-D6F26AB4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AB365-CF9A-1E4F-75D4-3BBFADE6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6E730-66CB-622F-1AD2-C6202EAD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18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DA314-9D9D-03F1-7058-D9BEA4C0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98D4A-7A8C-4DF6-B9F6-66F79102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387C-070E-E608-A74B-553AE814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35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8497-D8C5-F1E1-30C7-D2C4FB5F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7AACD-F59D-FA4A-FFFB-D13E882B6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0D89E-76E5-23F9-CD7D-00E63DE54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E6C17-FE64-9304-0AD7-1A265E4D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B7524-1DF1-68BB-D8D4-9EC3B6F2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75397-DB35-544A-E0CE-D383AD35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53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8895-8596-8B37-FEA3-B7E74C76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90028-1A6C-6C2D-1816-BC807FA6D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D2B7E-474F-3135-44EF-CEA10F19B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9B6AC-7494-14AA-C27E-4670C9A0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01932-7868-ABFA-0093-962A7DBE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7963F-9596-C145-2D6D-3FAC3DF4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85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AA2E-11A2-3D15-7BC6-2942F65C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9C9F1-0EFD-BE8A-385B-4F7EF183A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89207-D7AF-6413-D1AD-D67A5886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D0300-1290-ADC9-66F5-A7B74D94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927A-1ADA-A62B-BB8C-49C13A94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07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8004D-A6B6-EC42-A2D8-55C3EA3F2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BCB5D-8A85-CE12-E677-2FFF74C4B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33751-3988-2FF3-FC87-36F56BEA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4538D-1C8F-57C5-89C0-B016DB20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7614F-72A1-0DFC-8177-41B9F2A9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74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1A428-737E-3255-380F-519D65E3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7AB4C-3B1F-4543-6B81-6EC33C46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25A7-06AA-92F3-FF0A-588F5DEA5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C33C0-7833-44C2-9A69-A706B7582840}" type="datetimeFigureOut">
              <a:rPr lang="en-AU" smtClean="0"/>
              <a:t>21/05/2025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ECC36-E712-488A-EFFA-21BD956C5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89E9C-C26A-A2A3-A18E-F47F38A52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7E2BE-80FD-4C8B-B3D7-D02D63813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081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iano keys with solid fill">
            <a:extLst>
              <a:ext uri="{FF2B5EF4-FFF2-40B4-BE49-F238E27FC236}">
                <a16:creationId xmlns:a16="http://schemas.microsoft.com/office/drawing/2014/main" id="{A6C54DF5-0E22-2B4B-0C5F-E0A978EF2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5094" y="2646826"/>
            <a:ext cx="2082800" cy="20828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981634-D0DC-5E8C-BDE5-3D7DE696330B}"/>
              </a:ext>
            </a:extLst>
          </p:cNvPr>
          <p:cNvSpPr/>
          <p:nvPr/>
        </p:nvSpPr>
        <p:spPr>
          <a:xfrm>
            <a:off x="3642357" y="826957"/>
            <a:ext cx="904240" cy="904240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F230B-9974-4878-3D16-9F3C74ED55FD}"/>
              </a:ext>
            </a:extLst>
          </p:cNvPr>
          <p:cNvCxnSpPr/>
          <p:nvPr/>
        </p:nvCxnSpPr>
        <p:spPr>
          <a:xfrm>
            <a:off x="1727200" y="3687018"/>
            <a:ext cx="477520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5E8E12-A319-0336-0112-1B2F95A12C84}"/>
              </a:ext>
            </a:extLst>
          </p:cNvPr>
          <p:cNvCxnSpPr>
            <a:cxnSpLocks/>
          </p:cNvCxnSpPr>
          <p:nvPr/>
        </p:nvCxnSpPr>
        <p:spPr>
          <a:xfrm>
            <a:off x="2275840" y="1162258"/>
            <a:ext cx="0" cy="504952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DC9208-58FB-4C0B-1C9C-88807C55B1A7}"/>
              </a:ext>
            </a:extLst>
          </p:cNvPr>
          <p:cNvSpPr txBox="1"/>
          <p:nvPr/>
        </p:nvSpPr>
        <p:spPr>
          <a:xfrm>
            <a:off x="2367281" y="287338"/>
            <a:ext cx="1333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Key Pressed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A12E97-0481-EC6D-BA7A-19B64ACB8F35}"/>
              </a:ext>
            </a:extLst>
          </p:cNvPr>
          <p:cNvSpPr txBox="1"/>
          <p:nvPr/>
        </p:nvSpPr>
        <p:spPr>
          <a:xfrm>
            <a:off x="2367281" y="1815829"/>
            <a:ext cx="143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Duration Held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DD5B4D-03CB-9E57-109A-55204FE966D8}"/>
              </a:ext>
            </a:extLst>
          </p:cNvPr>
          <p:cNvSpPr txBox="1"/>
          <p:nvPr/>
        </p:nvSpPr>
        <p:spPr>
          <a:xfrm>
            <a:off x="2379980" y="3837800"/>
            <a:ext cx="1320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Velocity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DEA83C-580E-F481-5DFF-D57BBB344B62}"/>
              </a:ext>
            </a:extLst>
          </p:cNvPr>
          <p:cNvSpPr txBox="1"/>
          <p:nvPr/>
        </p:nvSpPr>
        <p:spPr>
          <a:xfrm>
            <a:off x="2387594" y="5104227"/>
            <a:ext cx="1254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Sustain Pedal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A8CCF5-A100-6518-8945-E39E7930CAF7}"/>
              </a:ext>
            </a:extLst>
          </p:cNvPr>
          <p:cNvCxnSpPr>
            <a:cxnSpLocks/>
          </p:cNvCxnSpPr>
          <p:nvPr/>
        </p:nvCxnSpPr>
        <p:spPr>
          <a:xfrm>
            <a:off x="2184400" y="1253698"/>
            <a:ext cx="1432560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0AF5D8-BDAA-ABB6-DF56-ED793A7B09F3}"/>
              </a:ext>
            </a:extLst>
          </p:cNvPr>
          <p:cNvCxnSpPr>
            <a:cxnSpLocks/>
          </p:cNvCxnSpPr>
          <p:nvPr/>
        </p:nvCxnSpPr>
        <p:spPr>
          <a:xfrm>
            <a:off x="2184400" y="6120338"/>
            <a:ext cx="1432560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26E026-945E-039B-08BC-EC56C97DD7C2}"/>
              </a:ext>
            </a:extLst>
          </p:cNvPr>
          <p:cNvCxnSpPr>
            <a:cxnSpLocks/>
          </p:cNvCxnSpPr>
          <p:nvPr/>
        </p:nvCxnSpPr>
        <p:spPr>
          <a:xfrm>
            <a:off x="2184400" y="2848818"/>
            <a:ext cx="1432560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797C0F-DF76-8A8D-BAD4-1DED027DA0DC}"/>
              </a:ext>
            </a:extLst>
          </p:cNvPr>
          <p:cNvCxnSpPr>
            <a:cxnSpLocks/>
          </p:cNvCxnSpPr>
          <p:nvPr/>
        </p:nvCxnSpPr>
        <p:spPr>
          <a:xfrm>
            <a:off x="2184399" y="4484578"/>
            <a:ext cx="1432561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5802678-D36C-9763-4173-6A5D6B4F742A}"/>
              </a:ext>
            </a:extLst>
          </p:cNvPr>
          <p:cNvSpPr/>
          <p:nvPr/>
        </p:nvSpPr>
        <p:spPr>
          <a:xfrm>
            <a:off x="3642357" y="2396698"/>
            <a:ext cx="904240" cy="904240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5712519-9A1A-8014-91BF-04B72011489C}"/>
              </a:ext>
            </a:extLst>
          </p:cNvPr>
          <p:cNvSpPr/>
          <p:nvPr/>
        </p:nvSpPr>
        <p:spPr>
          <a:xfrm>
            <a:off x="3642357" y="4044872"/>
            <a:ext cx="904240" cy="904240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66175B-C73C-28BE-28FC-A47F839AE79B}"/>
              </a:ext>
            </a:extLst>
          </p:cNvPr>
          <p:cNvSpPr/>
          <p:nvPr/>
        </p:nvSpPr>
        <p:spPr>
          <a:xfrm>
            <a:off x="3647437" y="5668218"/>
            <a:ext cx="904240" cy="904240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E2F51F-F2F5-8E98-85F6-0AEBA2ED6359}"/>
              </a:ext>
            </a:extLst>
          </p:cNvPr>
          <p:cNvSpPr txBox="1"/>
          <p:nvPr/>
        </p:nvSpPr>
        <p:spPr>
          <a:xfrm>
            <a:off x="3561078" y="0"/>
            <a:ext cx="1066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Input</a:t>
            </a:r>
          </a:p>
          <a:p>
            <a:pPr algn="ctr"/>
            <a:r>
              <a:rPr lang="en-AU" sz="2400" b="1" dirty="0">
                <a:solidFill>
                  <a:srgbClr val="0070C0"/>
                </a:solidFill>
              </a:rPr>
              <a:t>Layer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7AB6321-AD7C-E5B3-6B37-549EE36DA4F1}"/>
              </a:ext>
            </a:extLst>
          </p:cNvPr>
          <p:cNvSpPr/>
          <p:nvPr/>
        </p:nvSpPr>
        <p:spPr>
          <a:xfrm>
            <a:off x="5369553" y="3261414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3B19173-C4B6-8C15-4D32-32BB2FF7D211}"/>
              </a:ext>
            </a:extLst>
          </p:cNvPr>
          <p:cNvSpPr/>
          <p:nvPr/>
        </p:nvSpPr>
        <p:spPr>
          <a:xfrm>
            <a:off x="5369553" y="1619437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0DD216-5258-2467-AAD7-B4B4594DADDA}"/>
              </a:ext>
            </a:extLst>
          </p:cNvPr>
          <p:cNvSpPr/>
          <p:nvPr/>
        </p:nvSpPr>
        <p:spPr>
          <a:xfrm>
            <a:off x="5369553" y="4877991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6DEAFA-35AA-F70B-937A-01B7AA97435C}"/>
              </a:ext>
            </a:extLst>
          </p:cNvPr>
          <p:cNvSpPr/>
          <p:nvPr/>
        </p:nvSpPr>
        <p:spPr>
          <a:xfrm>
            <a:off x="7086589" y="826957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7D5F9A-3131-5956-14F0-FCBC852C207C}"/>
              </a:ext>
            </a:extLst>
          </p:cNvPr>
          <p:cNvSpPr/>
          <p:nvPr/>
        </p:nvSpPr>
        <p:spPr>
          <a:xfrm>
            <a:off x="7086589" y="2044185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34B0165-613E-FA4D-0DDE-CEEA9EFCC4A7}"/>
              </a:ext>
            </a:extLst>
          </p:cNvPr>
          <p:cNvSpPr/>
          <p:nvPr/>
        </p:nvSpPr>
        <p:spPr>
          <a:xfrm>
            <a:off x="7086589" y="4464816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D4908AE-8FBD-7B13-AAC6-E7C8F2E1887E}"/>
              </a:ext>
            </a:extLst>
          </p:cNvPr>
          <p:cNvSpPr/>
          <p:nvPr/>
        </p:nvSpPr>
        <p:spPr>
          <a:xfrm>
            <a:off x="7091669" y="5668218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3C860E8-1DCC-E8CC-CD59-F48B97900E5C}"/>
              </a:ext>
            </a:extLst>
          </p:cNvPr>
          <p:cNvSpPr/>
          <p:nvPr/>
        </p:nvSpPr>
        <p:spPr>
          <a:xfrm>
            <a:off x="8813785" y="837117"/>
            <a:ext cx="904240" cy="90424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BA5C01C-5703-D38C-CC73-B24084CBC437}"/>
              </a:ext>
            </a:extLst>
          </p:cNvPr>
          <p:cNvSpPr/>
          <p:nvPr/>
        </p:nvSpPr>
        <p:spPr>
          <a:xfrm>
            <a:off x="8813785" y="2406858"/>
            <a:ext cx="904240" cy="90424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059E6BD-AEF3-FC1A-A26C-65E9C9F87BDB}"/>
              </a:ext>
            </a:extLst>
          </p:cNvPr>
          <p:cNvSpPr/>
          <p:nvPr/>
        </p:nvSpPr>
        <p:spPr>
          <a:xfrm>
            <a:off x="8813785" y="4055032"/>
            <a:ext cx="904240" cy="90424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573EC18-5C9C-ADAC-6E48-A51777C634CD}"/>
              </a:ext>
            </a:extLst>
          </p:cNvPr>
          <p:cNvSpPr/>
          <p:nvPr/>
        </p:nvSpPr>
        <p:spPr>
          <a:xfrm>
            <a:off x="8818865" y="5678378"/>
            <a:ext cx="904240" cy="90424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9" name="Graphic 48" descr="Music notes with solid fill">
            <a:extLst>
              <a:ext uri="{FF2B5EF4-FFF2-40B4-BE49-F238E27FC236}">
                <a16:creationId xmlns:a16="http://schemas.microsoft.com/office/drawing/2014/main" id="{F2BD4C21-E5E2-70A1-A706-4C1F494D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5218" y="2525462"/>
            <a:ext cx="2082799" cy="208279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8CDD4C2-EEFC-0915-EA6D-E45A57354E44}"/>
              </a:ext>
            </a:extLst>
          </p:cNvPr>
          <p:cNvSpPr txBox="1"/>
          <p:nvPr/>
        </p:nvSpPr>
        <p:spPr>
          <a:xfrm>
            <a:off x="5369553" y="161456"/>
            <a:ext cx="2621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bg2">
                    <a:lumMod val="50000"/>
                  </a:schemeClr>
                </a:solidFill>
              </a:rPr>
              <a:t>Hidden Layers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5CBCD4-7E38-F336-10B6-8D5E101A70D6}"/>
              </a:ext>
            </a:extLst>
          </p:cNvPr>
          <p:cNvSpPr txBox="1"/>
          <p:nvPr/>
        </p:nvSpPr>
        <p:spPr>
          <a:xfrm>
            <a:off x="8674078" y="-23211"/>
            <a:ext cx="1183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FFC000"/>
                </a:solidFill>
              </a:rPr>
              <a:t>Output</a:t>
            </a:r>
          </a:p>
          <a:p>
            <a:pPr algn="ctr"/>
            <a:r>
              <a:rPr lang="en-AU" sz="2400" b="1" dirty="0">
                <a:solidFill>
                  <a:srgbClr val="FFC000"/>
                </a:solidFill>
              </a:rPr>
              <a:t>Layer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18F8497-66EA-062E-BBF2-67E52D6DB742}"/>
              </a:ext>
            </a:extLst>
          </p:cNvPr>
          <p:cNvSpPr/>
          <p:nvPr/>
        </p:nvSpPr>
        <p:spPr>
          <a:xfrm>
            <a:off x="7086589" y="3261414"/>
            <a:ext cx="904240" cy="904240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3BFC02-4E7F-64A6-1C8F-351536A94A61}"/>
              </a:ext>
            </a:extLst>
          </p:cNvPr>
          <p:cNvCxnSpPr>
            <a:cxnSpLocks/>
          </p:cNvCxnSpPr>
          <p:nvPr/>
        </p:nvCxnSpPr>
        <p:spPr>
          <a:xfrm>
            <a:off x="9718025" y="1253698"/>
            <a:ext cx="1041415" cy="1393128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59E0449-A16A-1269-FDC2-511E9674FC87}"/>
              </a:ext>
            </a:extLst>
          </p:cNvPr>
          <p:cNvCxnSpPr>
            <a:cxnSpLocks/>
          </p:cNvCxnSpPr>
          <p:nvPr/>
        </p:nvCxnSpPr>
        <p:spPr>
          <a:xfrm>
            <a:off x="9718025" y="2837024"/>
            <a:ext cx="822956" cy="498902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065B44-9153-83B1-105E-4C9695CCBF55}"/>
              </a:ext>
            </a:extLst>
          </p:cNvPr>
          <p:cNvCxnSpPr>
            <a:cxnSpLocks/>
          </p:cNvCxnSpPr>
          <p:nvPr/>
        </p:nvCxnSpPr>
        <p:spPr>
          <a:xfrm flipV="1">
            <a:off x="9718025" y="4030204"/>
            <a:ext cx="970295" cy="420006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AAE0CC1-E1D1-E6AC-42E4-46D70E37AB77}"/>
              </a:ext>
            </a:extLst>
          </p:cNvPr>
          <p:cNvCxnSpPr>
            <a:cxnSpLocks/>
          </p:cNvCxnSpPr>
          <p:nvPr/>
        </p:nvCxnSpPr>
        <p:spPr>
          <a:xfrm flipV="1">
            <a:off x="9718025" y="4507152"/>
            <a:ext cx="1203975" cy="1621842"/>
          </a:xfrm>
          <a:prstGeom prst="straightConnector1">
            <a:avLst/>
          </a:prstGeom>
          <a:ln w="1905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8C9C51C-2454-76FC-78DB-A15AFEE46033}"/>
              </a:ext>
            </a:extLst>
          </p:cNvPr>
          <p:cNvSpPr txBox="1"/>
          <p:nvPr/>
        </p:nvSpPr>
        <p:spPr>
          <a:xfrm>
            <a:off x="9425939" y="778543"/>
            <a:ext cx="133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Pitch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8A5708-81D2-FB6F-91F0-6CDDE0B8465D}"/>
              </a:ext>
            </a:extLst>
          </p:cNvPr>
          <p:cNvSpPr txBox="1"/>
          <p:nvPr/>
        </p:nvSpPr>
        <p:spPr>
          <a:xfrm>
            <a:off x="9051274" y="1996315"/>
            <a:ext cx="133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Timbre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0AF24E-8102-5217-184B-9B2B72761E8F}"/>
              </a:ext>
            </a:extLst>
          </p:cNvPr>
          <p:cNvSpPr txBox="1"/>
          <p:nvPr/>
        </p:nvSpPr>
        <p:spPr>
          <a:xfrm>
            <a:off x="8903935" y="3581655"/>
            <a:ext cx="1637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Amplitude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0BFA7C-6CE7-A8FB-EFC3-F88F12D1BFAF}"/>
              </a:ext>
            </a:extLst>
          </p:cNvPr>
          <p:cNvSpPr txBox="1"/>
          <p:nvPr/>
        </p:nvSpPr>
        <p:spPr>
          <a:xfrm>
            <a:off x="8925528" y="5208293"/>
            <a:ext cx="120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Vibrato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78FB864-DB16-6E49-B3DA-1DC30C594B6E}"/>
              </a:ext>
            </a:extLst>
          </p:cNvPr>
          <p:cNvCxnSpPr>
            <a:cxnSpLocks/>
            <a:stCxn id="5" idx="5"/>
            <a:endCxn id="38" idx="2"/>
          </p:cNvCxnSpPr>
          <p:nvPr/>
        </p:nvCxnSpPr>
        <p:spPr>
          <a:xfrm>
            <a:off x="4414174" y="1598774"/>
            <a:ext cx="955379" cy="47278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F8978F8-B940-5108-F6CB-293C17A19BCB}"/>
              </a:ext>
            </a:extLst>
          </p:cNvPr>
          <p:cNvCxnSpPr>
            <a:cxnSpLocks/>
            <a:stCxn id="5" idx="5"/>
            <a:endCxn id="37" idx="2"/>
          </p:cNvCxnSpPr>
          <p:nvPr/>
        </p:nvCxnSpPr>
        <p:spPr>
          <a:xfrm>
            <a:off x="4414174" y="1598774"/>
            <a:ext cx="955379" cy="2114760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431060-18D5-E259-301F-CA626BF42CB4}"/>
              </a:ext>
            </a:extLst>
          </p:cNvPr>
          <p:cNvCxnSpPr>
            <a:cxnSpLocks/>
            <a:stCxn id="5" idx="5"/>
            <a:endCxn id="39" idx="2"/>
          </p:cNvCxnSpPr>
          <p:nvPr/>
        </p:nvCxnSpPr>
        <p:spPr>
          <a:xfrm>
            <a:off x="4414174" y="1598774"/>
            <a:ext cx="955379" cy="373133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C6DBB3E-7B98-0C97-3FA9-493E4E25012B}"/>
              </a:ext>
            </a:extLst>
          </p:cNvPr>
          <p:cNvCxnSpPr>
            <a:cxnSpLocks/>
            <a:stCxn id="24" idx="6"/>
            <a:endCxn id="37" idx="2"/>
          </p:cNvCxnSpPr>
          <p:nvPr/>
        </p:nvCxnSpPr>
        <p:spPr>
          <a:xfrm>
            <a:off x="4546597" y="2848818"/>
            <a:ext cx="822956" cy="864716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9C03A7B-F1EF-1FBE-DDDB-173563DB4068}"/>
              </a:ext>
            </a:extLst>
          </p:cNvPr>
          <p:cNvCxnSpPr>
            <a:cxnSpLocks/>
            <a:stCxn id="24" idx="6"/>
            <a:endCxn id="38" idx="2"/>
          </p:cNvCxnSpPr>
          <p:nvPr/>
        </p:nvCxnSpPr>
        <p:spPr>
          <a:xfrm flipV="1">
            <a:off x="4546597" y="2071557"/>
            <a:ext cx="822956" cy="77726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3DAEBCA-38AA-4B58-BAD4-9C3E950E09D1}"/>
              </a:ext>
            </a:extLst>
          </p:cNvPr>
          <p:cNvCxnSpPr>
            <a:cxnSpLocks/>
            <a:stCxn id="24" idx="6"/>
            <a:endCxn id="39" idx="2"/>
          </p:cNvCxnSpPr>
          <p:nvPr/>
        </p:nvCxnSpPr>
        <p:spPr>
          <a:xfrm>
            <a:off x="4546597" y="2848818"/>
            <a:ext cx="822956" cy="248129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D3FBAF6-D7B4-D975-124C-DFAAADF7E69C}"/>
              </a:ext>
            </a:extLst>
          </p:cNvPr>
          <p:cNvCxnSpPr>
            <a:cxnSpLocks/>
            <a:stCxn id="33" idx="6"/>
            <a:endCxn id="39" idx="2"/>
          </p:cNvCxnSpPr>
          <p:nvPr/>
        </p:nvCxnSpPr>
        <p:spPr>
          <a:xfrm>
            <a:off x="4546597" y="4496992"/>
            <a:ext cx="822956" cy="833119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DE6952E-DAE2-EC24-96A8-03F057451B4F}"/>
              </a:ext>
            </a:extLst>
          </p:cNvPr>
          <p:cNvCxnSpPr>
            <a:cxnSpLocks/>
            <a:stCxn id="33" idx="6"/>
            <a:endCxn id="37" idx="2"/>
          </p:cNvCxnSpPr>
          <p:nvPr/>
        </p:nvCxnSpPr>
        <p:spPr>
          <a:xfrm flipV="1">
            <a:off x="4546597" y="3713534"/>
            <a:ext cx="822956" cy="783458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DC06443-027B-4F3A-97FE-C4EB36440331}"/>
              </a:ext>
            </a:extLst>
          </p:cNvPr>
          <p:cNvCxnSpPr>
            <a:cxnSpLocks/>
            <a:stCxn id="33" idx="6"/>
            <a:endCxn id="38" idx="2"/>
          </p:cNvCxnSpPr>
          <p:nvPr/>
        </p:nvCxnSpPr>
        <p:spPr>
          <a:xfrm flipV="1">
            <a:off x="4546597" y="2071557"/>
            <a:ext cx="822956" cy="2425435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7BEB02E-A7B6-6118-FE18-FE2B00450753}"/>
              </a:ext>
            </a:extLst>
          </p:cNvPr>
          <p:cNvCxnSpPr>
            <a:cxnSpLocks/>
            <a:stCxn id="34" idx="6"/>
            <a:endCxn id="38" idx="2"/>
          </p:cNvCxnSpPr>
          <p:nvPr/>
        </p:nvCxnSpPr>
        <p:spPr>
          <a:xfrm flipV="1">
            <a:off x="4551677" y="2071557"/>
            <a:ext cx="817876" cy="404878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3F07CE-2130-5F89-7023-02DBEF991E4E}"/>
              </a:ext>
            </a:extLst>
          </p:cNvPr>
          <p:cNvCxnSpPr>
            <a:cxnSpLocks/>
            <a:stCxn id="34" idx="6"/>
            <a:endCxn id="39" idx="2"/>
          </p:cNvCxnSpPr>
          <p:nvPr/>
        </p:nvCxnSpPr>
        <p:spPr>
          <a:xfrm flipV="1">
            <a:off x="4551677" y="5330111"/>
            <a:ext cx="817876" cy="79022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CFBB06-BE97-E12E-C0FC-852D4B96BD79}"/>
              </a:ext>
            </a:extLst>
          </p:cNvPr>
          <p:cNvCxnSpPr>
            <a:cxnSpLocks/>
            <a:stCxn id="34" idx="6"/>
            <a:endCxn id="37" idx="2"/>
          </p:cNvCxnSpPr>
          <p:nvPr/>
        </p:nvCxnSpPr>
        <p:spPr>
          <a:xfrm flipV="1">
            <a:off x="4551677" y="3713534"/>
            <a:ext cx="817876" cy="2406804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4FABFF4-FD7A-B634-1D39-26DE5F6ABE19}"/>
              </a:ext>
            </a:extLst>
          </p:cNvPr>
          <p:cNvCxnSpPr>
            <a:cxnSpLocks/>
            <a:stCxn id="38" idx="6"/>
            <a:endCxn id="40" idx="2"/>
          </p:cNvCxnSpPr>
          <p:nvPr/>
        </p:nvCxnSpPr>
        <p:spPr>
          <a:xfrm flipV="1">
            <a:off x="6273793" y="1279077"/>
            <a:ext cx="812796" cy="792480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13C055A-1843-4428-9FDB-2D68A555A68D}"/>
              </a:ext>
            </a:extLst>
          </p:cNvPr>
          <p:cNvCxnSpPr>
            <a:cxnSpLocks/>
            <a:stCxn id="38" idx="6"/>
            <a:endCxn id="41" idx="2"/>
          </p:cNvCxnSpPr>
          <p:nvPr/>
        </p:nvCxnSpPr>
        <p:spPr>
          <a:xfrm>
            <a:off x="6273793" y="2071557"/>
            <a:ext cx="812796" cy="424748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B8686C4-E786-AC6C-07EB-3EAAE6BF4188}"/>
              </a:ext>
            </a:extLst>
          </p:cNvPr>
          <p:cNvCxnSpPr>
            <a:cxnSpLocks/>
            <a:stCxn id="38" idx="6"/>
            <a:endCxn id="52" idx="2"/>
          </p:cNvCxnSpPr>
          <p:nvPr/>
        </p:nvCxnSpPr>
        <p:spPr>
          <a:xfrm>
            <a:off x="6273793" y="2071557"/>
            <a:ext cx="812796" cy="164197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F0947DD-B162-E784-8D46-BFEDB26032A5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6273793" y="2071557"/>
            <a:ext cx="812796" cy="2845379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1DBE8B6-5D61-3E97-F788-F5632A1DBBE3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273793" y="2071557"/>
            <a:ext cx="817876" cy="404878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BDB89D1-46D0-213C-5ED8-17889DFA55F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6273793" y="5330111"/>
            <a:ext cx="817876" cy="79022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5E2230F-59CC-C2FF-E89D-2E35523012DC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 flipV="1">
            <a:off x="6273793" y="4916936"/>
            <a:ext cx="812796" cy="413175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EF59F2E-A695-E7C9-3D15-C3E0A7074F41}"/>
              </a:ext>
            </a:extLst>
          </p:cNvPr>
          <p:cNvCxnSpPr>
            <a:cxnSpLocks/>
            <a:stCxn id="39" idx="6"/>
            <a:endCxn id="52" idx="2"/>
          </p:cNvCxnSpPr>
          <p:nvPr/>
        </p:nvCxnSpPr>
        <p:spPr>
          <a:xfrm flipV="1">
            <a:off x="6273793" y="3713534"/>
            <a:ext cx="812796" cy="161657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562E04F-2A7D-5AFD-3BD8-2B74DAF64DF0}"/>
              </a:ext>
            </a:extLst>
          </p:cNvPr>
          <p:cNvCxnSpPr>
            <a:cxnSpLocks/>
            <a:stCxn id="39" idx="6"/>
            <a:endCxn id="41" idx="2"/>
          </p:cNvCxnSpPr>
          <p:nvPr/>
        </p:nvCxnSpPr>
        <p:spPr>
          <a:xfrm flipV="1">
            <a:off x="6273793" y="2496305"/>
            <a:ext cx="812796" cy="2833806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79AC727-A911-C17F-D310-B7F0623FA457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 flipV="1">
            <a:off x="6273793" y="1279077"/>
            <a:ext cx="812796" cy="4051034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E69FDD3-EA42-C203-C41A-6B4602C72310}"/>
              </a:ext>
            </a:extLst>
          </p:cNvPr>
          <p:cNvCxnSpPr>
            <a:cxnSpLocks/>
            <a:stCxn id="37" idx="6"/>
            <a:endCxn id="40" idx="2"/>
          </p:cNvCxnSpPr>
          <p:nvPr/>
        </p:nvCxnSpPr>
        <p:spPr>
          <a:xfrm flipV="1">
            <a:off x="6273793" y="1279077"/>
            <a:ext cx="812796" cy="243445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2DEF72-711A-0FF7-44EB-569812B57E27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6273793" y="2496305"/>
            <a:ext cx="812796" cy="1217229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DAE69D9-CAD2-81F3-A7FC-2E83CEC16677}"/>
              </a:ext>
            </a:extLst>
          </p:cNvPr>
          <p:cNvCxnSpPr>
            <a:cxnSpLocks/>
            <a:stCxn id="37" idx="6"/>
          </p:cNvCxnSpPr>
          <p:nvPr/>
        </p:nvCxnSpPr>
        <p:spPr>
          <a:xfrm flipV="1">
            <a:off x="6273793" y="3713533"/>
            <a:ext cx="812796" cy="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448E908-1F76-7C5D-AD09-4BD6C7968251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6273793" y="3713534"/>
            <a:ext cx="812796" cy="121722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0B37F9D-F4A5-26D8-74BD-DDD32B9732D6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273793" y="3713535"/>
            <a:ext cx="817876" cy="240680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494C776-F306-D4AB-F9B9-A6D518A7F7D1}"/>
              </a:ext>
            </a:extLst>
          </p:cNvPr>
          <p:cNvCxnSpPr>
            <a:cxnSpLocks/>
            <a:stCxn id="40" idx="6"/>
            <a:endCxn id="44" idx="2"/>
          </p:cNvCxnSpPr>
          <p:nvPr/>
        </p:nvCxnSpPr>
        <p:spPr>
          <a:xfrm>
            <a:off x="7990829" y="1279077"/>
            <a:ext cx="822956" cy="10160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BE45CAE-7924-5700-D289-5F41B88FE900}"/>
              </a:ext>
            </a:extLst>
          </p:cNvPr>
          <p:cNvCxnSpPr>
            <a:cxnSpLocks/>
            <a:stCxn id="40" idx="6"/>
            <a:endCxn id="45" idx="2"/>
          </p:cNvCxnSpPr>
          <p:nvPr/>
        </p:nvCxnSpPr>
        <p:spPr>
          <a:xfrm>
            <a:off x="7990829" y="1279077"/>
            <a:ext cx="822956" cy="157990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B1AC85F-DF41-EBBD-C957-7440EF593794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7990829" y="1279077"/>
            <a:ext cx="822956" cy="3228075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0D97B2D-78C0-0596-C37E-C7C16FA706DD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7990829" y="1279077"/>
            <a:ext cx="828036" cy="485142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7AC3BC6-BA4D-BDB2-6C81-718F32631DAC}"/>
              </a:ext>
            </a:extLst>
          </p:cNvPr>
          <p:cNvCxnSpPr>
            <a:cxnSpLocks/>
            <a:stCxn id="41" idx="6"/>
          </p:cNvCxnSpPr>
          <p:nvPr/>
        </p:nvCxnSpPr>
        <p:spPr>
          <a:xfrm>
            <a:off x="7990829" y="2496305"/>
            <a:ext cx="828036" cy="363419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BE36F410-CAD7-BF5A-8E8A-C31D8CE861B4}"/>
              </a:ext>
            </a:extLst>
          </p:cNvPr>
          <p:cNvCxnSpPr>
            <a:cxnSpLocks/>
            <a:stCxn id="41" idx="6"/>
            <a:endCxn id="46" idx="2"/>
          </p:cNvCxnSpPr>
          <p:nvPr/>
        </p:nvCxnSpPr>
        <p:spPr>
          <a:xfrm>
            <a:off x="7990829" y="2496305"/>
            <a:ext cx="822956" cy="201084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2B999D0-B333-C207-44F6-37632277CA87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7990829" y="2496305"/>
            <a:ext cx="822956" cy="36267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6704147-CDAA-102D-6B7B-AA8537492E2C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7990829" y="1289237"/>
            <a:ext cx="822956" cy="1207068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0B35198-FCDA-80E4-C58C-F54C1C9BF4E3}"/>
              </a:ext>
            </a:extLst>
          </p:cNvPr>
          <p:cNvCxnSpPr>
            <a:cxnSpLocks/>
            <a:stCxn id="52" idx="6"/>
            <a:endCxn id="44" idx="2"/>
          </p:cNvCxnSpPr>
          <p:nvPr/>
        </p:nvCxnSpPr>
        <p:spPr>
          <a:xfrm flipV="1">
            <a:off x="7990829" y="1289237"/>
            <a:ext cx="822956" cy="2424297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D4D931C-8C5C-8C3C-43C0-87476D4BF766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7990829" y="2858978"/>
            <a:ext cx="822956" cy="854556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A1F5D117-FA05-2BA6-1CB3-84C1399F3200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7990829" y="3713534"/>
            <a:ext cx="822956" cy="715185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4A83E13-FB41-EE64-367C-9B24A63872A8}"/>
              </a:ext>
            </a:extLst>
          </p:cNvPr>
          <p:cNvCxnSpPr>
            <a:cxnSpLocks/>
            <a:stCxn id="52" idx="6"/>
            <a:endCxn id="47" idx="2"/>
          </p:cNvCxnSpPr>
          <p:nvPr/>
        </p:nvCxnSpPr>
        <p:spPr>
          <a:xfrm>
            <a:off x="7990829" y="3713534"/>
            <a:ext cx="828036" cy="2416964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30859CD-63D2-2697-FFC1-F50586BF8176}"/>
              </a:ext>
            </a:extLst>
          </p:cNvPr>
          <p:cNvCxnSpPr>
            <a:cxnSpLocks/>
            <a:stCxn id="42" idx="6"/>
          </p:cNvCxnSpPr>
          <p:nvPr/>
        </p:nvCxnSpPr>
        <p:spPr>
          <a:xfrm>
            <a:off x="7990829" y="4916936"/>
            <a:ext cx="828036" cy="1213562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E2874AB-1F0C-6367-4A70-7EFADDE0ED2C}"/>
              </a:ext>
            </a:extLst>
          </p:cNvPr>
          <p:cNvCxnSpPr>
            <a:cxnSpLocks/>
            <a:stCxn id="42" idx="6"/>
            <a:endCxn id="46" idx="2"/>
          </p:cNvCxnSpPr>
          <p:nvPr/>
        </p:nvCxnSpPr>
        <p:spPr>
          <a:xfrm flipV="1">
            <a:off x="7990829" y="4507152"/>
            <a:ext cx="822956" cy="409784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5BDBCD3-D91D-0D91-5F3F-3210E1B1BC33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7990829" y="2858978"/>
            <a:ext cx="822956" cy="2057958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2FE7070-2EB5-A9E7-0AA2-9AFD4CE3FB1E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7990829" y="1210804"/>
            <a:ext cx="822956" cy="3706132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5386E4F-28CE-11EC-53B1-6EF42E23559F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 flipV="1">
            <a:off x="7995909" y="1289237"/>
            <a:ext cx="817876" cy="4831101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8B8BF8A9-8DC7-5295-3B4C-911261695EA1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8000989" y="2858978"/>
            <a:ext cx="812796" cy="3339793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DFB2567-239F-4A8C-698C-005A46FF6D18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7995909" y="4428719"/>
            <a:ext cx="822956" cy="1691619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908D00F-C384-37B2-DE5F-703E2E0BF174}"/>
              </a:ext>
            </a:extLst>
          </p:cNvPr>
          <p:cNvCxnSpPr>
            <a:cxnSpLocks/>
            <a:stCxn id="43" idx="6"/>
            <a:endCxn id="47" idx="2"/>
          </p:cNvCxnSpPr>
          <p:nvPr/>
        </p:nvCxnSpPr>
        <p:spPr>
          <a:xfrm>
            <a:off x="7995909" y="6120338"/>
            <a:ext cx="822956" cy="10160"/>
          </a:xfrm>
          <a:prstGeom prst="straightConnector1">
            <a:avLst/>
          </a:prstGeom>
          <a:ln w="50800">
            <a:solidFill>
              <a:schemeClr val="bg2">
                <a:lumMod val="50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41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1</cp:revision>
  <dcterms:created xsi:type="dcterms:W3CDTF">2025-05-21T07:29:02Z</dcterms:created>
  <dcterms:modified xsi:type="dcterms:W3CDTF">2025-05-21T08:02:40Z</dcterms:modified>
</cp:coreProperties>
</file>