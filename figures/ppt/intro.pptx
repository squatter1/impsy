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66" d="100"/>
          <a:sy n="66" d="100"/>
        </p:scale>
        <p:origin x="34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74302-8720-4984-841C-4EB63A6D1539}" type="datetimeFigureOut">
              <a:rPr lang="en-AU" smtClean="0"/>
              <a:t>20/05/2025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6DC58-F629-4427-AA58-FEDD69E174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52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6DC58-F629-4427-AA58-FEDD69E1741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3182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921C-A176-8EDD-CA7D-EE67AE665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DEE55-E526-5080-3909-C5E184931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29456-0E4C-F87C-5B05-9080A2C2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BFB35-636A-AE7A-C3EE-E2427E8E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ED884-05E3-3FCD-5F56-41DCD5898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6443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839C-3D20-449C-1344-2ED790BC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44F51-7674-A879-D83A-68804C8C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66A3A-1180-198A-8E4A-EC99B1FB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DC84B-DD85-B343-899F-CF7900A7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8E5F3-D400-8BF9-F99E-2794B8C2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6139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F627-77F9-2545-E403-DDA5C1030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8DD2F-AA55-27E2-B5B9-ABE2E6F8C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929ED-F614-03DB-D161-0E21DEB4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924E-425E-BC23-1878-1497000D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3C4CD-CE7A-1D89-B3F6-21924152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260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E55D-9F77-DF9A-BB9E-A96CC905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AFBEB-9623-AD64-CD00-3505DD3B7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BD72C-227C-9A8E-F5BB-DA88D14F5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BE000-75AD-F068-9BE6-8404E0C6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A2BBC-5C97-401D-8DF6-FCD17E5F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1B4B5-1629-D7E8-F7D5-3913F9BD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8269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47E0-0B5A-B49C-578C-7F94EA30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73F50-8B79-DA3F-CDD8-BD7E80027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F9166-80B4-BC81-B370-0E89C0509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AC20F8-4092-7AE9-B603-ACB2DCB60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B8F775-7595-14C3-923E-FF976DBD3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503D4-D76E-FD6A-330B-AF744A75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8DEC1-A7FD-B36C-8375-B5AE70FA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E72B9-0F0E-FE5D-E94C-430B43BB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6451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7A63-8309-5CFB-AC04-806402F8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62A06-94E0-E034-F240-6B8AAE3A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CD50E-A59D-7BDA-D997-8BCA515C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E7CB9-CC59-1C8A-BFBF-C71E422C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63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62E33-07A5-84CA-C877-A8E278CA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ABFDC-B77E-B7E7-5002-5D981D9D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895ED-72CB-4FF1-6E88-BBA13292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319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F093A-4959-2089-F862-0BC21EFF0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69FC5-58ED-B566-8F3A-7E6D5068D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055F2-514A-E41A-0DB7-BC4AEE885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0F510-EE7D-F3C1-1490-F2081E37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6EF2F-4158-47BC-3D76-5DFF8992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254BA-AD33-C56A-CD03-D890131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73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B6A8-33DA-FCE1-6753-BD7192EA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A3380-8DD0-3DAA-904D-A4BAA9C32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04BF6-078F-3500-5724-A825D6D26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470C9-8EF0-3965-9E49-EEE68B94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B1C38-DE90-8047-680E-A54D08C4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686EA-3E20-5289-80D2-91315241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314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86A1-1958-8FB8-1C8E-10059824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5E3F7-B5EB-9A21-93A8-8B95C65D7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BEBC0-C68A-1ED1-D99A-B6F6BC4DC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DE65A-CEAE-D1AA-BD26-5AB67216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A6CAF-0AFF-67B2-45D1-3E3A53A0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304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2DEB22-3E72-B904-86DD-826A45AB1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58FD6-0A0C-6C83-0063-C470DBC4A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FE049-E33A-2453-16EF-7DA6F618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AAA08-4C8C-D57A-7E3A-7BA98E52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B526E-1A88-ACED-5B7C-AAEF9FF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298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65373B-A70B-3D12-025C-6A051541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F1E5E-9DE4-7AA2-DA66-5709F3D86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F549B-B158-192E-EAE7-9BD9ACFF5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83621-E86E-48A0-93DF-282B1604F566}" type="datetimeFigureOut">
              <a:rPr lang="en-AU" smtClean="0"/>
              <a:t>19/05/2025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47CF-547F-3CB4-48A0-FC2D06364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2F644-8174-0856-053A-E82DD8B4A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334B4-F919-46E4-9CD0-D95BC728C4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441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Piano keys with solid fill">
            <a:extLst>
              <a:ext uri="{FF2B5EF4-FFF2-40B4-BE49-F238E27FC236}">
                <a16:creationId xmlns:a16="http://schemas.microsoft.com/office/drawing/2014/main" id="{3D10E651-7529-775C-B16B-99BD24A5A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6499" y="116645"/>
            <a:ext cx="1999786" cy="1999786"/>
          </a:xfrm>
          <a:prstGeom prst="rect">
            <a:avLst/>
          </a:prstGeom>
        </p:spPr>
      </p:pic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A64830A9-7192-E352-C8B6-504C62E25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218" y="47268"/>
            <a:ext cx="1999786" cy="1999786"/>
          </a:xfrm>
          <a:prstGeom prst="rect">
            <a:avLst/>
          </a:prstGeom>
        </p:spPr>
      </p:pic>
      <p:pic>
        <p:nvPicPr>
          <p:cNvPr id="9" name="Graphic 8" descr="Monitor with solid fill">
            <a:extLst>
              <a:ext uri="{FF2B5EF4-FFF2-40B4-BE49-F238E27FC236}">
                <a16:creationId xmlns:a16="http://schemas.microsoft.com/office/drawing/2014/main" id="{DDC59340-D46E-A0E7-B746-80FC7FC20A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3580" y="4117247"/>
            <a:ext cx="1999785" cy="1999785"/>
          </a:xfrm>
          <a:prstGeom prst="rect">
            <a:avLst/>
          </a:prstGeom>
        </p:spPr>
      </p:pic>
      <p:pic>
        <p:nvPicPr>
          <p:cNvPr id="11" name="Graphic 10" descr="Brain outline">
            <a:extLst>
              <a:ext uri="{FF2B5EF4-FFF2-40B4-BE49-F238E27FC236}">
                <a16:creationId xmlns:a16="http://schemas.microsoft.com/office/drawing/2014/main" id="{C4FA9484-9DB8-2EBF-9C55-FE086108E8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3315" y="4104405"/>
            <a:ext cx="1960769" cy="1960769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2AAA1EB-5E1F-4619-D0F2-657D4C2032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33505" y="4913544"/>
            <a:ext cx="374562" cy="170896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D662E7DB-529F-B173-ED78-FDEE600E43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82875" y="4484888"/>
            <a:ext cx="599552" cy="599552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64D823D-EF57-73D5-14FC-6777795944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68765" y="5382261"/>
            <a:ext cx="166263" cy="49879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B5534B7-1C06-B98A-E78F-4383649E148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66945" y="4305840"/>
            <a:ext cx="472789" cy="26003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4C0709B8-D081-6120-43A2-19ABCD04C65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26618" y="5423801"/>
            <a:ext cx="285750" cy="4762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C080A12-101A-C2E7-7C9C-CFAE1FBAEB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17997" y="5395269"/>
            <a:ext cx="504781" cy="504781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2F555812-E561-9C13-F80A-8BA70758F63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65630" y="5739175"/>
            <a:ext cx="252000" cy="138599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6D232FB-2910-940E-ADFC-B9439970653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37404" y="5436395"/>
            <a:ext cx="252000" cy="450001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F62B38-A129-0C01-901E-0992BFEFCCAD}"/>
              </a:ext>
            </a:extLst>
          </p:cNvPr>
          <p:cNvCxnSpPr/>
          <p:nvPr/>
        </p:nvCxnSpPr>
        <p:spPr>
          <a:xfrm flipH="1">
            <a:off x="6104907" y="4495429"/>
            <a:ext cx="366054" cy="36552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0CD1D2-91A0-BE9F-0C16-B371A6628EB3}"/>
              </a:ext>
            </a:extLst>
          </p:cNvPr>
          <p:cNvCxnSpPr>
            <a:cxnSpLocks/>
          </p:cNvCxnSpPr>
          <p:nvPr/>
        </p:nvCxnSpPr>
        <p:spPr>
          <a:xfrm>
            <a:off x="6805411" y="4583225"/>
            <a:ext cx="0" cy="34882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447E16-5F8F-5073-D37B-A5566089CB3A}"/>
              </a:ext>
            </a:extLst>
          </p:cNvPr>
          <p:cNvCxnSpPr>
            <a:cxnSpLocks/>
          </p:cNvCxnSpPr>
          <p:nvPr/>
        </p:nvCxnSpPr>
        <p:spPr>
          <a:xfrm>
            <a:off x="7091161" y="4437131"/>
            <a:ext cx="381250" cy="38632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90DD071-9E2E-CD8E-0D20-27D22FA71358}"/>
              </a:ext>
            </a:extLst>
          </p:cNvPr>
          <p:cNvCxnSpPr>
            <a:cxnSpLocks/>
          </p:cNvCxnSpPr>
          <p:nvPr/>
        </p:nvCxnSpPr>
        <p:spPr>
          <a:xfrm>
            <a:off x="7582651" y="5084440"/>
            <a:ext cx="92265" cy="62904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7AE713-A6D8-5897-5ABF-A42B192BED30}"/>
              </a:ext>
            </a:extLst>
          </p:cNvPr>
          <p:cNvCxnSpPr>
            <a:cxnSpLocks/>
          </p:cNvCxnSpPr>
          <p:nvPr/>
        </p:nvCxnSpPr>
        <p:spPr>
          <a:xfrm>
            <a:off x="6855184" y="5084440"/>
            <a:ext cx="92265" cy="62904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809BF47-8606-E48A-CEC5-CB07B11C674A}"/>
              </a:ext>
            </a:extLst>
          </p:cNvPr>
          <p:cNvCxnSpPr>
            <a:cxnSpLocks/>
          </p:cNvCxnSpPr>
          <p:nvPr/>
        </p:nvCxnSpPr>
        <p:spPr>
          <a:xfrm>
            <a:off x="5918063" y="5130627"/>
            <a:ext cx="92265" cy="62904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08AAF4F-C45C-2248-D246-E89DB8F740E2}"/>
              </a:ext>
            </a:extLst>
          </p:cNvPr>
          <p:cNvCxnSpPr>
            <a:cxnSpLocks/>
          </p:cNvCxnSpPr>
          <p:nvPr/>
        </p:nvCxnSpPr>
        <p:spPr>
          <a:xfrm flipH="1">
            <a:off x="7338811" y="5099930"/>
            <a:ext cx="133600" cy="59450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E290000-8C9F-1E49-255E-E9A1ED8B2E4A}"/>
              </a:ext>
            </a:extLst>
          </p:cNvPr>
          <p:cNvCxnSpPr>
            <a:cxnSpLocks/>
          </p:cNvCxnSpPr>
          <p:nvPr/>
        </p:nvCxnSpPr>
        <p:spPr>
          <a:xfrm flipH="1">
            <a:off x="6615885" y="5084440"/>
            <a:ext cx="66800" cy="32424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93052A-F8E5-E01C-6C66-4A11EDF9068B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5668715" y="5095690"/>
            <a:ext cx="149065" cy="31299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95A374BB-2B68-4CF0-08FA-81CF1952A46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44120" y="4465471"/>
            <a:ext cx="212795" cy="638386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406C3A1-7799-E591-E845-CCC44954FF0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6324" y="5408681"/>
            <a:ext cx="504781" cy="50478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76B75556-A5AE-1FE0-F70D-8D918FB912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50519" y="47268"/>
            <a:ext cx="1748217" cy="1748217"/>
          </a:xfrm>
          <a:prstGeom prst="rect">
            <a:avLst/>
          </a:prstGeom>
        </p:spPr>
      </p:pic>
      <p:pic>
        <p:nvPicPr>
          <p:cNvPr id="46" name="Graphic 45" descr="Music notes with solid fill">
            <a:extLst>
              <a:ext uri="{FF2B5EF4-FFF2-40B4-BE49-F238E27FC236}">
                <a16:creationId xmlns:a16="http://schemas.microsoft.com/office/drawing/2014/main" id="{88C099FE-DB0A-74BD-2B2F-E8D5AE87160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259841" y="2278978"/>
            <a:ext cx="1999786" cy="1999786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7A5A22E-8E13-7B34-5FAC-E7F2832E7738}"/>
              </a:ext>
            </a:extLst>
          </p:cNvPr>
          <p:cNvCxnSpPr>
            <a:cxnSpLocks/>
          </p:cNvCxnSpPr>
          <p:nvPr/>
        </p:nvCxnSpPr>
        <p:spPr>
          <a:xfrm>
            <a:off x="1403845" y="1795485"/>
            <a:ext cx="0" cy="2536866"/>
          </a:xfrm>
          <a:prstGeom prst="straightConnector1">
            <a:avLst/>
          </a:prstGeom>
          <a:ln w="1905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66E748-81BE-8D27-6D61-1F2AB9D5A812}"/>
              </a:ext>
            </a:extLst>
          </p:cNvPr>
          <p:cNvCxnSpPr>
            <a:cxnSpLocks/>
          </p:cNvCxnSpPr>
          <p:nvPr/>
        </p:nvCxnSpPr>
        <p:spPr>
          <a:xfrm flipV="1">
            <a:off x="1871205" y="1795485"/>
            <a:ext cx="12295" cy="2536866"/>
          </a:xfrm>
          <a:prstGeom prst="straightConnector1">
            <a:avLst/>
          </a:prstGeom>
          <a:ln w="1905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E3C1E5C-8524-F34B-C2D0-7F3FA60149DF}"/>
              </a:ext>
            </a:extLst>
          </p:cNvPr>
          <p:cNvSpPr txBox="1"/>
          <p:nvPr/>
        </p:nvSpPr>
        <p:spPr>
          <a:xfrm>
            <a:off x="1900454" y="3105511"/>
            <a:ext cx="1329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Human starts playing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CF945D-30D1-01CD-F0C0-07863ADD935F}"/>
              </a:ext>
            </a:extLst>
          </p:cNvPr>
          <p:cNvSpPr txBox="1"/>
          <p:nvPr/>
        </p:nvSpPr>
        <p:spPr>
          <a:xfrm>
            <a:off x="34030" y="1795485"/>
            <a:ext cx="1329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Human stops playing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6F7C30-8B6C-ED8F-D849-543AB273C773}"/>
              </a:ext>
            </a:extLst>
          </p:cNvPr>
          <p:cNvCxnSpPr>
            <a:cxnSpLocks/>
          </p:cNvCxnSpPr>
          <p:nvPr/>
        </p:nvCxnSpPr>
        <p:spPr>
          <a:xfrm flipV="1">
            <a:off x="2145585" y="1027915"/>
            <a:ext cx="3068499" cy="19246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042C3C4-78B1-68D0-5285-7D18955C7097}"/>
              </a:ext>
            </a:extLst>
          </p:cNvPr>
          <p:cNvCxnSpPr>
            <a:cxnSpLocks/>
          </p:cNvCxnSpPr>
          <p:nvPr/>
        </p:nvCxnSpPr>
        <p:spPr>
          <a:xfrm>
            <a:off x="2602632" y="5025503"/>
            <a:ext cx="816442" cy="8810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C73753B0-1373-B7C5-4C1D-3022C24A4B1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08686" y="2573242"/>
            <a:ext cx="3777355" cy="714706"/>
          </a:xfrm>
          <a:prstGeom prst="curvedConnector3">
            <a:avLst>
              <a:gd name="adj1" fmla="val 38356"/>
            </a:avLst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D131B4C-6179-CFB4-84C3-8D199035F3A6}"/>
              </a:ext>
            </a:extLst>
          </p:cNvPr>
          <p:cNvSpPr txBox="1"/>
          <p:nvPr/>
        </p:nvSpPr>
        <p:spPr>
          <a:xfrm>
            <a:off x="2142963" y="463537"/>
            <a:ext cx="2623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Control Gesture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8F50D3-4830-82E3-331D-8017FC18DA3C}"/>
              </a:ext>
            </a:extLst>
          </p:cNvPr>
          <p:cNvSpPr txBox="1"/>
          <p:nvPr/>
        </p:nvSpPr>
        <p:spPr>
          <a:xfrm>
            <a:off x="3576005" y="3629930"/>
            <a:ext cx="1438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Neural Network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4552C5-5E43-CF58-7D24-DC3EEDF30F63}"/>
              </a:ext>
            </a:extLst>
          </p:cNvPr>
          <p:cNvSpPr txBox="1"/>
          <p:nvPr/>
        </p:nvSpPr>
        <p:spPr>
          <a:xfrm>
            <a:off x="5376743" y="3889423"/>
            <a:ext cx="239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Prediction Tree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21E10F6-B5B2-91CB-F04C-D7CC56ED3563}"/>
              </a:ext>
            </a:extLst>
          </p:cNvPr>
          <p:cNvCxnSpPr>
            <a:cxnSpLocks/>
          </p:cNvCxnSpPr>
          <p:nvPr/>
        </p:nvCxnSpPr>
        <p:spPr>
          <a:xfrm>
            <a:off x="5014635" y="5024062"/>
            <a:ext cx="752133" cy="0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5C9BC3C-806A-895E-5329-D5E1385085C0}"/>
              </a:ext>
            </a:extLst>
          </p:cNvPr>
          <p:cNvCxnSpPr>
            <a:cxnSpLocks/>
          </p:cNvCxnSpPr>
          <p:nvPr/>
        </p:nvCxnSpPr>
        <p:spPr>
          <a:xfrm>
            <a:off x="7722410" y="5063749"/>
            <a:ext cx="2480802" cy="31941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4648268-4C54-AF6E-3B8E-DED9A3282B99}"/>
              </a:ext>
            </a:extLst>
          </p:cNvPr>
          <p:cNvCxnSpPr>
            <a:cxnSpLocks/>
          </p:cNvCxnSpPr>
          <p:nvPr/>
        </p:nvCxnSpPr>
        <p:spPr>
          <a:xfrm>
            <a:off x="6682685" y="1043799"/>
            <a:ext cx="3518201" cy="3362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C1AC3ED7-BE88-D03F-2E40-3524FE24DEBC}"/>
              </a:ext>
            </a:extLst>
          </p:cNvPr>
          <p:cNvSpPr txBox="1"/>
          <p:nvPr/>
        </p:nvSpPr>
        <p:spPr>
          <a:xfrm>
            <a:off x="10320795" y="1771252"/>
            <a:ext cx="2016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Musical Context</a:t>
            </a:r>
          </a:p>
        </p:txBody>
      </p:sp>
      <p:sp>
        <p:nvSpPr>
          <p:cNvPr id="100" name="Arrow: U-Turn 99">
            <a:extLst>
              <a:ext uri="{FF2B5EF4-FFF2-40B4-BE49-F238E27FC236}">
                <a16:creationId xmlns:a16="http://schemas.microsoft.com/office/drawing/2014/main" id="{F96BB0BA-5F44-4E67-13C0-7C70402B8237}"/>
              </a:ext>
            </a:extLst>
          </p:cNvPr>
          <p:cNvSpPr/>
          <p:nvPr/>
        </p:nvSpPr>
        <p:spPr>
          <a:xfrm rot="10800000">
            <a:off x="4184806" y="5128018"/>
            <a:ext cx="5155963" cy="1559176"/>
          </a:xfrm>
          <a:prstGeom prst="uturnArrow">
            <a:avLst>
              <a:gd name="adj1" fmla="val 9600"/>
              <a:gd name="adj2" fmla="val 12619"/>
              <a:gd name="adj3" fmla="val 24348"/>
              <a:gd name="adj4" fmla="val 43750"/>
              <a:gd name="adj5" fmla="val 5870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77AA9EE-BD1D-5A49-5E28-FA6BE16D5950}"/>
              </a:ext>
            </a:extLst>
          </p:cNvPr>
          <p:cNvSpPr txBox="1"/>
          <p:nvPr/>
        </p:nvSpPr>
        <p:spPr>
          <a:xfrm>
            <a:off x="4583585" y="6079176"/>
            <a:ext cx="419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Control Gesture Prediction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08DCC25-029C-91F1-E4D7-897B79B63A39}"/>
              </a:ext>
            </a:extLst>
          </p:cNvPr>
          <p:cNvSpPr txBox="1"/>
          <p:nvPr/>
        </p:nvSpPr>
        <p:spPr>
          <a:xfrm>
            <a:off x="8138497" y="422380"/>
            <a:ext cx="2250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Musical Note</a:t>
            </a:r>
          </a:p>
        </p:txBody>
      </p:sp>
      <p:pic>
        <p:nvPicPr>
          <p:cNvPr id="104" name="Graphic 103">
            <a:extLst>
              <a:ext uri="{FF2B5EF4-FFF2-40B4-BE49-F238E27FC236}">
                <a16:creationId xmlns:a16="http://schemas.microsoft.com/office/drawing/2014/main" id="{EEBD656C-DC29-528D-C07F-6F40FD29470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833689" y="4196360"/>
            <a:ext cx="599552" cy="1798660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1AC043E8-8AC8-D037-0FF8-8646D7B913B0}"/>
              </a:ext>
            </a:extLst>
          </p:cNvPr>
          <p:cNvSpPr txBox="1"/>
          <p:nvPr/>
        </p:nvSpPr>
        <p:spPr>
          <a:xfrm>
            <a:off x="9062354" y="4101055"/>
            <a:ext cx="1354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Musical Note</a:t>
            </a: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E0F779F3-C687-0409-EBE7-2939A21E443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847143" y="2499261"/>
            <a:ext cx="253925" cy="646355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4E1592C0-D192-5FAC-430E-1139D6C3A36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588094" y="2286854"/>
            <a:ext cx="910063" cy="1137579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3DAD0395-1EDE-361E-455A-63E2D291D956}"/>
              </a:ext>
            </a:extLst>
          </p:cNvPr>
          <p:cNvSpPr txBox="1"/>
          <p:nvPr/>
        </p:nvSpPr>
        <p:spPr>
          <a:xfrm>
            <a:off x="7092049" y="2106767"/>
            <a:ext cx="3111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Musical Parameters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6AAD55B-A6FC-9215-5E75-0994DCCB2641}"/>
              </a:ext>
            </a:extLst>
          </p:cNvPr>
          <p:cNvSpPr txBox="1"/>
          <p:nvPr/>
        </p:nvSpPr>
        <p:spPr>
          <a:xfrm>
            <a:off x="7773239" y="3851561"/>
            <a:ext cx="1494316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Heuristic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FA88C07-BC2F-73BA-A041-CA04850D542B}"/>
              </a:ext>
            </a:extLst>
          </p:cNvPr>
          <p:cNvCxnSpPr>
            <a:cxnSpLocks/>
          </p:cNvCxnSpPr>
          <p:nvPr/>
        </p:nvCxnSpPr>
        <p:spPr>
          <a:xfrm>
            <a:off x="8493846" y="4228835"/>
            <a:ext cx="0" cy="834914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0CBE5E3-3DB3-9106-DB87-88D1C2009080}"/>
              </a:ext>
            </a:extLst>
          </p:cNvPr>
          <p:cNvCxnSpPr>
            <a:cxnSpLocks/>
          </p:cNvCxnSpPr>
          <p:nvPr/>
        </p:nvCxnSpPr>
        <p:spPr>
          <a:xfrm>
            <a:off x="7998333" y="3182955"/>
            <a:ext cx="0" cy="706468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082D746-5BDD-CC4C-D1C7-742A646FD399}"/>
              </a:ext>
            </a:extLst>
          </p:cNvPr>
          <p:cNvCxnSpPr>
            <a:cxnSpLocks/>
          </p:cNvCxnSpPr>
          <p:nvPr/>
        </p:nvCxnSpPr>
        <p:spPr>
          <a:xfrm>
            <a:off x="9022038" y="3182955"/>
            <a:ext cx="0" cy="706468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F9E9E7C1-CE15-5675-3F2B-F2D71443893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410541" y="4100353"/>
            <a:ext cx="1144890" cy="723030"/>
          </a:xfrm>
          <a:prstGeom prst="bentConnector3">
            <a:avLst>
              <a:gd name="adj1" fmla="val -5604"/>
            </a:avLst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376C29DD-220E-04B7-2609-505D985630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701202" y="1243373"/>
            <a:ext cx="925082" cy="361514"/>
          </a:xfrm>
          <a:prstGeom prst="bentConnector3">
            <a:avLst>
              <a:gd name="adj1" fmla="val 6208"/>
            </a:avLst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86997CB-88A5-B0B1-3BC1-A46837CA2D7D}"/>
              </a:ext>
            </a:extLst>
          </p:cNvPr>
          <p:cNvCxnSpPr>
            <a:cxnSpLocks/>
          </p:cNvCxnSpPr>
          <p:nvPr/>
        </p:nvCxnSpPr>
        <p:spPr>
          <a:xfrm flipH="1">
            <a:off x="9498157" y="2765753"/>
            <a:ext cx="1238908" cy="0"/>
          </a:xfrm>
          <a:prstGeom prst="straightConnector1">
            <a:avLst/>
          </a:prstGeom>
          <a:ln w="1270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68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25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Howsam</dc:creator>
  <cp:lastModifiedBy>Scott Howsam</cp:lastModifiedBy>
  <cp:revision>1</cp:revision>
  <dcterms:created xsi:type="dcterms:W3CDTF">2025-05-19T13:01:28Z</dcterms:created>
  <dcterms:modified xsi:type="dcterms:W3CDTF">2025-05-19T14:26:29Z</dcterms:modified>
</cp:coreProperties>
</file>