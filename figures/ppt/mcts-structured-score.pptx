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79E0-7651-6AF8-382E-FCC81168E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25870D-DF3E-0754-5113-7A4D83B0A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20048-D1BB-C100-7D99-F452DB4D1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5945-C35B-94E5-81B6-231CE9FC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8D4FA-C427-8412-D0CF-1D4CB022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4453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9B5F-454A-B124-533F-074D3CB5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B5473-5CAF-1AC5-84F2-77743180D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869A4-6AD5-0B24-722F-5B974506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408A6-FA1E-199C-57FB-3ACA6F75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0E96D-B3C2-D3D4-C7D9-1C05E2CF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36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AF30-BE20-A2A8-C9FD-B57F92F02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16EF5-60DF-23CE-F4AA-5CF2CA28E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BFBB3-AD6A-5B5B-0D7E-1AF8D392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3D4D7-204E-D528-0D10-2CD9C981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3872D-6DFD-EAF3-5B36-ADE15857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04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9CF19-797A-B532-0CC4-D5F1A38D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9837-1952-85D8-390C-445A3766C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9040E-8E06-F5E8-DE19-2F3B93985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CB7E8-FA15-59A6-2D51-A3A2CD892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3CF43-848C-EEB8-F85A-EE1D1B66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993B2-7D03-03CC-527E-821DB7F78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577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23A8-4148-F1AB-0BDD-6080D7F3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64347-E665-FAF1-C707-4BFFDA4F1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A4F78-6CEF-8D95-F605-517A83595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12F2B-FE02-26C3-E2A9-D5AAAF2ED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D514-DBF1-BCF7-6321-51CB80E64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08980-6FB5-B4F2-DB6E-F9062885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9B877-8ED6-09A6-8B88-7528067ED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03C62-67D1-6BEB-357A-57E6D87B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4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626A-1D5D-50B4-B9CF-2678792D8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73F1A-6B1A-47A2-ABC4-5D4BD7C9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4D48EA-5320-74B3-E786-609D75C1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7E1435-7C0C-C90E-6C64-9E277388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753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7211E-60AC-576C-EF21-7136EC2F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BB30E-A150-FA90-C6EE-00D67D9D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6D04F-C084-4E11-E553-D8082E04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6587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818E-855E-3A41-D04B-C9B0302ED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644BF-ABF5-F28D-FAE4-00B45BFD9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D2320-18E9-BEF2-5DCF-E962F8543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31DF2-7E07-734B-B0D5-B8D0656EF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DD874-4AD2-38DC-318D-22DEA214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76B01-8F1B-A703-EA0C-2A1FDE12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82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652-87BB-2B21-4EEB-B64824EFC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ACC96-DD46-D7DC-908F-1198FE10B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D40FB-3CAE-0982-6086-7AB07DC6D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6F4BE-74A6-3546-7F66-14C1283EF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C21D9-F2B8-D587-71F9-CAD1DD40A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6755D-69C5-9BB2-1439-C6629EBF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710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464A-41E5-C1D4-4336-62DDCBF6E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AADE8-97B5-DB30-9724-EE96965BA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97FB8-BAB2-CA58-4867-D3C0FF23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F240-E589-3D06-8D4F-7585101D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79F81-2CE1-F1F0-ED9F-A6A20654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543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4AAFD-4BEB-D515-2EB2-BA31F98A62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96E88-0CD2-ABBD-81DF-16E5073E9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18656-F3C9-4B7F-8115-7B2172D3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F5490-D4EB-32FC-3B88-7D83ECE7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26E8-DFE0-45D2-6093-0653D79A3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993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17A06-4B0D-555B-3F07-BAB65DB1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8EEAF-AA52-D6D4-CF35-F3DF62955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D4E5D-7A7A-3B99-1177-6BA4D16E2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2E294-51EE-4A3E-80C1-55C15D196865}" type="datetimeFigureOut">
              <a:rPr lang="en-AU" smtClean="0"/>
              <a:t>23/05/2025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D55B6-6A47-156F-105A-45A1C4341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BC819-77B8-BB46-1A6E-B42A71A4C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CCFEB-E6EC-4CDB-BE63-52D321ADBF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03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sheet music&#10;&#10;AI-generated content may be incorrect.">
            <a:extLst>
              <a:ext uri="{FF2B5EF4-FFF2-40B4-BE49-F238E27FC236}">
                <a16:creationId xmlns:a16="http://schemas.microsoft.com/office/drawing/2014/main" id="{69F2BA08-E3E6-8883-B932-600454F286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37" y="2315183"/>
            <a:ext cx="11868962" cy="220817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0DE900-7639-8FBD-3553-D6D5E3EEDF58}"/>
              </a:ext>
            </a:extLst>
          </p:cNvPr>
          <p:cNvCxnSpPr>
            <a:cxnSpLocks/>
          </p:cNvCxnSpPr>
          <p:nvPr/>
        </p:nvCxnSpPr>
        <p:spPr>
          <a:xfrm>
            <a:off x="6274340" y="2315183"/>
            <a:ext cx="0" cy="2154676"/>
          </a:xfrm>
          <a:prstGeom prst="line">
            <a:avLst/>
          </a:prstGeom>
          <a:ln w="1270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CD941B-BC57-6F32-2C8C-A3F79ADCE007}"/>
              </a:ext>
            </a:extLst>
          </p:cNvPr>
          <p:cNvSpPr txBox="1"/>
          <p:nvPr/>
        </p:nvSpPr>
        <p:spPr>
          <a:xfrm>
            <a:off x="5189555" y="1668852"/>
            <a:ext cx="2169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>
                <a:solidFill>
                  <a:srgbClr val="C00000"/>
                </a:solidFill>
              </a:rPr>
              <a:t>Switched to system predictions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2C56D-BC6D-AD4E-3B10-E1DA18A20B86}"/>
              </a:ext>
            </a:extLst>
          </p:cNvPr>
          <p:cNvSpPr txBox="1"/>
          <p:nvPr/>
        </p:nvSpPr>
        <p:spPr>
          <a:xfrm>
            <a:off x="6312440" y="3231118"/>
            <a:ext cx="262464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00" b="1" dirty="0">
                <a:solidFill>
                  <a:srgbClr val="0070C0"/>
                </a:solidFill>
              </a:rPr>
              <a:t>Melodic Continuation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F38732-8373-8A75-B8BE-B2471611F2C2}"/>
              </a:ext>
            </a:extLst>
          </p:cNvPr>
          <p:cNvSpPr txBox="1"/>
          <p:nvPr/>
        </p:nvSpPr>
        <p:spPr>
          <a:xfrm>
            <a:off x="8640772" y="3084744"/>
            <a:ext cx="145572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700" b="1" dirty="0">
                <a:solidFill>
                  <a:srgbClr val="00B050"/>
                </a:solidFill>
              </a:rPr>
              <a:t>New Melody Established</a:t>
            </a:r>
          </a:p>
        </p:txBody>
      </p:sp>
    </p:spTree>
    <p:extLst>
      <p:ext uri="{BB962C8B-B14F-4D97-AF65-F5344CB8AC3E}">
        <p14:creationId xmlns:p14="http://schemas.microsoft.com/office/powerpoint/2010/main" val="3038282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Howsam</dc:creator>
  <cp:lastModifiedBy>Scott Howsam</cp:lastModifiedBy>
  <cp:revision>1</cp:revision>
  <dcterms:created xsi:type="dcterms:W3CDTF">2025-05-22T19:11:52Z</dcterms:created>
  <dcterms:modified xsi:type="dcterms:W3CDTF">2025-05-22T19:16:24Z</dcterms:modified>
</cp:coreProperties>
</file>